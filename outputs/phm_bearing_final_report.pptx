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64da54d9a4fe8" /><Relationship Type="http://schemas.openxmlformats.org/officeDocument/2006/relationships/extended-properties" Target="/docProps/app.xml" Id="Rf8de9204086b4d9b" /><Relationship Type="http://schemas.openxmlformats.org/officeDocument/2006/relationships/officeDocument" Target="/ppt/presentation.xml" Id="R9d2f89836a3f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102dd5c9a4c81"/>
  </p:sldMasterIdLst>
  <p:notesMasterIdLst>
    <p:notesMasterId xmlns:r="http://schemas.openxmlformats.org/officeDocument/2006/relationships" r:id="Rd3c008c335a6491d"/>
  </p:notesMasterIdLst>
  <p:sldIdLst>
    <p:sldId xmlns:r="http://schemas.openxmlformats.org/officeDocument/2006/relationships" id="256" r:id="R78bc0f0317ad4a65"/>
    <p:sldId xmlns:r="http://schemas.openxmlformats.org/officeDocument/2006/relationships" id="257" r:id="Rc8c96a09f9304675"/>
    <p:sldId xmlns:r="http://schemas.openxmlformats.org/officeDocument/2006/relationships" id="258" r:id="Re07e8508e1d74847"/>
    <p:sldId xmlns:r="http://schemas.openxmlformats.org/officeDocument/2006/relationships" id="259" r:id="R5aed1974a9cd4f92"/>
    <p:sldId xmlns:r="http://schemas.openxmlformats.org/officeDocument/2006/relationships" id="260" r:id="R7ce928d7ec2d4543"/>
    <p:sldId xmlns:r="http://schemas.openxmlformats.org/officeDocument/2006/relationships" id="261" r:id="R0eff0ac97a404c49"/>
    <p:sldId xmlns:r="http://schemas.openxmlformats.org/officeDocument/2006/relationships" id="262" r:id="Rb6ebfff9a44e4402"/>
    <p:sldId xmlns:r="http://schemas.openxmlformats.org/officeDocument/2006/relationships" id="263" r:id="R8f1bbe681065407c"/>
    <p:sldId xmlns:r="http://schemas.openxmlformats.org/officeDocument/2006/relationships" id="264" r:id="R610a65270d9a47bb"/>
    <p:sldId xmlns:r="http://schemas.openxmlformats.org/officeDocument/2006/relationships" id="265" r:id="R2bc9cf4e818845ca"/>
    <p:sldId xmlns:r="http://schemas.openxmlformats.org/officeDocument/2006/relationships" id="266" r:id="R2d36e36442a54b96"/>
    <p:sldId xmlns:r="http://schemas.openxmlformats.org/officeDocument/2006/relationships" id="267" r:id="Rdff570b0402540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d53dcd8e04da5" /><Relationship Type="http://schemas.openxmlformats.org/officeDocument/2006/relationships/slideMaster" Target="/ppt/slideMasters/slideMaster1.xml" Id="R339102dd5c9a4c81" /><Relationship Type="http://schemas.openxmlformats.org/officeDocument/2006/relationships/notesMaster" Target="/ppt/notesMasters/notesMaster1.xml" Id="Rd3c008c335a6491d" /><Relationship Type="http://schemas.openxmlformats.org/officeDocument/2006/relationships/presProps" Target="/ppt/presProps.xml" Id="R80aa1df1bb044265" /><Relationship Type="http://schemas.openxmlformats.org/officeDocument/2006/relationships/tableStyles" Target="/ppt/tableStyles.xml" Id="R110627a13216429e" /><Relationship Type="http://schemas.openxmlformats.org/officeDocument/2006/relationships/slide" Target="/ppt/slides/slide1.xml" Id="R78bc0f0317ad4a65" /><Relationship Type="http://schemas.openxmlformats.org/officeDocument/2006/relationships/slide" Target="/ppt/slides/slide2.xml" Id="Rc8c96a09f9304675" /><Relationship Type="http://schemas.openxmlformats.org/officeDocument/2006/relationships/slide" Target="/ppt/slides/slide3.xml" Id="Re07e8508e1d74847" /><Relationship Type="http://schemas.openxmlformats.org/officeDocument/2006/relationships/slide" Target="/ppt/slides/slide4.xml" Id="R5aed1974a9cd4f92" /><Relationship Type="http://schemas.openxmlformats.org/officeDocument/2006/relationships/slide" Target="/ppt/slides/slide5.xml" Id="R7ce928d7ec2d4543" /><Relationship Type="http://schemas.openxmlformats.org/officeDocument/2006/relationships/slide" Target="/ppt/slides/slide6.xml" Id="R0eff0ac97a404c49" /><Relationship Type="http://schemas.openxmlformats.org/officeDocument/2006/relationships/slide" Target="/ppt/slides/slide7.xml" Id="Rb6ebfff9a44e4402" /><Relationship Type="http://schemas.openxmlformats.org/officeDocument/2006/relationships/slide" Target="/ppt/slides/slide8.xml" Id="R8f1bbe681065407c" /><Relationship Type="http://schemas.openxmlformats.org/officeDocument/2006/relationships/slide" Target="/ppt/slides/slide9.xml" Id="R610a65270d9a47bb" /><Relationship Type="http://schemas.openxmlformats.org/officeDocument/2006/relationships/slide" Target="/ppt/slides/slide10.xml" Id="R2bc9cf4e818845ca" /><Relationship Type="http://schemas.openxmlformats.org/officeDocument/2006/relationships/slide" Target="/ppt/slides/slide11.xml" Id="R2d36e36442a54b96" /><Relationship Type="http://schemas.openxmlformats.org/officeDocument/2006/relationships/slide" Target="/ppt/slides/slide12.xml" Id="Rdff570b0402540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4df5ebfdfc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ca370b6c34267" /><Relationship Type="http://schemas.openxmlformats.org/officeDocument/2006/relationships/notesMaster" Target="/ppt/notesMasters/notesMaster1.xml" Id="R2fca15af4cc84b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51ddf16256492a" /><Relationship Type="http://schemas.openxmlformats.org/officeDocument/2006/relationships/notesMaster" Target="/ppt/notesMasters/notesMaster1.xml" Id="R4c41ce7b5e3846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0a7dbc6dc4e89" /><Relationship Type="http://schemas.openxmlformats.org/officeDocument/2006/relationships/notesMaster" Target="/ppt/notesMasters/notesMaster1.xml" Id="R5c6bee1a169b4a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758aa93bed4c11" /><Relationship Type="http://schemas.openxmlformats.org/officeDocument/2006/relationships/notesMaster" Target="/ppt/notesMasters/notesMaster1.xml" Id="Re9b0c92b0fb24c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2cadc86ce4a9c" /><Relationship Type="http://schemas.openxmlformats.org/officeDocument/2006/relationships/notesMaster" Target="/ppt/notesMasters/notesMaster1.xml" Id="R6195b142111c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ed40e45c27494d" /><Relationship Type="http://schemas.openxmlformats.org/officeDocument/2006/relationships/notesMaster" Target="/ppt/notesMasters/notesMaster1.xml" Id="R6fb33e4977f849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3004016384683" /><Relationship Type="http://schemas.openxmlformats.org/officeDocument/2006/relationships/notesMaster" Target="/ppt/notesMasters/notesMaster1.xml" Id="R4fb1c54caea642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2f4d686b4435d" /><Relationship Type="http://schemas.openxmlformats.org/officeDocument/2006/relationships/notesMaster" Target="/ppt/notesMasters/notesMaster1.xml" Id="Re8a907e9dd3542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3fa2b325eb44f4" /><Relationship Type="http://schemas.openxmlformats.org/officeDocument/2006/relationships/notesMaster" Target="/ppt/notesMasters/notesMaster1.xml" Id="R473d94ca65e146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882b949d0149c8" /><Relationship Type="http://schemas.openxmlformats.org/officeDocument/2006/relationships/notesMaster" Target="/ppt/notesMasters/notesMaster1.xml" Id="R3d3712c950ef43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16405e9b8b4043" /><Relationship Type="http://schemas.openxmlformats.org/officeDocument/2006/relationships/notesMaster" Target="/ppt/notesMasters/notesMaster1.xml" Id="Ra6b2c6ca359c43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438dffca504713" /><Relationship Type="http://schemas.openxmlformats.org/officeDocument/2006/relationships/notesMaster" Target="/ppt/notesMasters/notesMaster1.xml" Id="Rf53be9cd3f1e43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efce84f52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657d3dd30442a" /><Relationship Type="http://schemas.openxmlformats.org/officeDocument/2006/relationships/slideLayout" Target="/ppt/slideLayouts/slideLayout1.xml" Id="R0fa2b2d00ef8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2b2d00ef8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0e93640b34050" /><Relationship Type="http://schemas.openxmlformats.org/officeDocument/2006/relationships/notesSlide" Target="/ppt/notesSlides/notesSlide1.xml" Id="R8167b80ef843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e07debc40470e" /><Relationship Type="http://schemas.openxmlformats.org/officeDocument/2006/relationships/notesSlide" Target="/ppt/notesSlides/notesSlide2.xml" Id="R42ce7a8684f24b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bf8c151104153" /><Relationship Type="http://schemas.openxmlformats.org/officeDocument/2006/relationships/notesSlide" Target="/ppt/notesSlides/notesSlide3.xml" Id="Rf4126f97b7e2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7b7f4181a41d4" /><Relationship Type="http://schemas.openxmlformats.org/officeDocument/2006/relationships/notesSlide" Target="/ppt/notesSlides/notesSlide4.xml" Id="Rcd51694ebc7e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3b4a836634a0a" /><Relationship Type="http://schemas.openxmlformats.org/officeDocument/2006/relationships/notesSlide" Target="/ppt/notesSlides/notesSlide5.xml" Id="R4f6347b56fcf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5ed6bab424fc3" /><Relationship Type="http://schemas.openxmlformats.org/officeDocument/2006/relationships/chart" Target="/ppt/slides/charts/chart1.xml" Id="R3290bc2b377f4eaf" /><Relationship Type="http://schemas.openxmlformats.org/officeDocument/2006/relationships/notesSlide" Target="/ppt/notesSlides/notesSlide6.xml" Id="R57dc8835711547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824ada91349da" /><Relationship Type="http://schemas.openxmlformats.org/officeDocument/2006/relationships/chart" Target="/ppt/slides/charts/chart2.xml" Id="Ra35d1ad8c2be46ff" /><Relationship Type="http://schemas.openxmlformats.org/officeDocument/2006/relationships/chart" Target="/ppt/slides/charts/chart3.xml" Id="R0adcb3ddef02460d" /><Relationship Type="http://schemas.openxmlformats.org/officeDocument/2006/relationships/notesSlide" Target="/ppt/notesSlides/notesSlide7.xml" Id="Rfc62a655d38f46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6e6f9d5644db6" /><Relationship Type="http://schemas.openxmlformats.org/officeDocument/2006/relationships/chart" Target="/ppt/slides/charts/chart4.xml" Id="R3bdbba6cbe4347d1" /><Relationship Type="http://schemas.openxmlformats.org/officeDocument/2006/relationships/chart" Target="/ppt/slides/charts/chart5.xml" Id="Rd191bdf4f2864c49" /><Relationship Type="http://schemas.openxmlformats.org/officeDocument/2006/relationships/notesSlide" Target="/ppt/notesSlides/notesSlide8.xml" Id="R0173074ed7bb48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9add8745425c" /><Relationship Type="http://schemas.openxmlformats.org/officeDocument/2006/relationships/chart" Target="/ppt/slides/charts/chart6.xml" Id="R76fac3e488034ebf" /><Relationship Type="http://schemas.openxmlformats.org/officeDocument/2006/relationships/chart" Target="/ppt/slides/charts/chart7.xml" Id="Rea6fa7fdfc4644c2" /><Relationship Type="http://schemas.openxmlformats.org/officeDocument/2006/relationships/notesSlide" Target="/ppt/notesSlides/notesSlide9.xml" Id="Rfa81173422034b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7940b4acf43c3" /><Relationship Type="http://schemas.openxmlformats.org/officeDocument/2006/relationships/chart" Target="/ppt/slides/charts/chart8.xml" Id="Rdf5c4f8091474db4" /><Relationship Type="http://schemas.openxmlformats.org/officeDocument/2006/relationships/notesSlide" Target="/ppt/notesSlides/notesSlide10.xml" Id="R14862b77b6f947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e563a69fd4d53" /><Relationship Type="http://schemas.openxmlformats.org/officeDocument/2006/relationships/notesSlide" Target="/ppt/notesSlides/notesSlide11.xml" Id="Rc3b7b08f09f748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4b3e57014467f" /><Relationship Type="http://schemas.openxmlformats.org/officeDocument/2006/relationships/notesSlide" Target="/ppt/notesSlides/notesSlide12.xml" Id="Rba081de644c44dd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stacked"/>
        <c:varyColors val="0"/>
        <c:ser>
          <c:idx val="0"/>
          <c:order val="0"/>
          <c:tx>
            <c:v>FFT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PHM2012 RUL</c:v>
              </c:pt>
              <c:pt idx="1">
                <c:v>XJTU Fault</c:v>
              </c:pt>
            </c:strLit>
          </c:cat>
          <c:val>
            <c:numLit>
              <c:formatCode>General</c:formatCode>
              <c:ptCount val="2"/>
              <c:pt idx="0">
                <c:v>256</c:v>
              </c:pt>
              <c:pt idx="1">
                <c:v>512</c:v>
              </c:pt>
            </c:numLit>
          </c:val>
        </c:ser>
        <c:ser>
          <c:idx val="1"/>
          <c:order val="1"/>
          <c:tx>
            <c:v>Time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PHM2012 RUL</c:v>
              </c:pt>
              <c:pt idx="1">
                <c:v>XJTU Fault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16</c:v>
              </c:pt>
            </c:numLit>
          </c:val>
        </c:ser>
        <c:ser>
          <c:idx val="2"/>
          <c:order val="2"/>
          <c:tx>
            <c:v>Spectral</c:v>
          </c:tx>
          <c:spPr>
            <a:solidFill xmlns:a="http://schemas.openxmlformats.org/drawingml/2006/main">
              <a:srgbClr val="D9770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PHM2012 RUL</c:v>
              </c:pt>
              <c:pt idx="1">
                <c:v>XJTU Fault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14</c:v>
              </c:pt>
            </c:numLit>
          </c:val>
        </c:ser>
        <c:ser>
          <c:idx val="3"/>
          <c:order val="3"/>
          <c:tx>
            <c:v>Band energy</c:v>
          </c:tx>
          <c:spPr>
            <a:solidFill xmlns:a="http://schemas.openxmlformats.org/drawingml/2006/main">
              <a:srgbClr val="7C3AE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PHM2012 RUL</c:v>
              </c:pt>
              <c:pt idx="1">
                <c:v>XJTU Fault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F172A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dimensions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Ours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B1_3</c:v>
              </c:pt>
              <c:pt idx="1">
                <c:v>B1_4</c:v>
              </c:pt>
              <c:pt idx="2">
                <c:v>B1_5</c:v>
              </c:pt>
              <c:pt idx="3">
                <c:v>B1_7</c:v>
              </c:pt>
              <c:pt idx="4">
                <c:v>B2_3</c:v>
              </c:pt>
              <c:pt idx="5">
                <c:v>B2_6</c:v>
              </c:pt>
            </c:strLit>
          </c:cat>
          <c:val>
            <c:numLit>
              <c:formatCode>0.000</c:formatCode>
              <c:ptCount val="6"/>
              <c:pt idx="0">
                <c:v>0.015482</c:v>
              </c:pt>
              <c:pt idx="1">
                <c:v>0.090385</c:v>
              </c:pt>
              <c:pt idx="2">
                <c:v>0.127593</c:v>
              </c:pt>
              <c:pt idx="3">
                <c:v>0.174104</c:v>
              </c:pt>
              <c:pt idx="4">
                <c:v>0.026394</c:v>
              </c:pt>
              <c:pt idx="5">
                <c:v>0.0993</c:v>
              </c:pt>
            </c:numLit>
          </c:val>
        </c:ser>
        <c:ser>
          <c:idx val="1"/>
          <c:order val="1"/>
          <c:tx>
            <c:v>Paper</c:v>
          </c:tx>
          <c:spPr>
            <a:solidFill xmlns:a="http://schemas.openxmlformats.org/drawingml/2006/main">
              <a:srgbClr val="D9770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B1_3</c:v>
              </c:pt>
              <c:pt idx="1">
                <c:v>B1_4</c:v>
              </c:pt>
              <c:pt idx="2">
                <c:v>B1_5</c:v>
              </c:pt>
              <c:pt idx="3">
                <c:v>B1_7</c:v>
              </c:pt>
              <c:pt idx="4">
                <c:v>B2_3</c:v>
              </c:pt>
              <c:pt idx="5">
                <c:v>B2_6</c:v>
              </c:pt>
            </c:strLit>
          </c:cat>
          <c:val>
            <c:numLit>
              <c:formatCode>0.000</c:formatCode>
              <c:ptCount val="6"/>
              <c:pt idx="0">
                <c:v>0.0047</c:v>
              </c:pt>
              <c:pt idx="1">
                <c:v>0.0077</c:v>
              </c:pt>
              <c:pt idx="2">
                <c:v>0.0198</c:v>
              </c:pt>
              <c:pt idx="3">
                <c:v>0.0137</c:v>
              </c:pt>
              <c:pt idx="4">
                <c:v>0.0223</c:v>
              </c:pt>
              <c:pt idx="5">
                <c:v>0.0085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train loss</c:v>
          </c:tx>
          <c:spPr>
            <a:ln xmlns:a="http://schemas.openxmlformats.org/drawingml/2006/main" w="19050">
              <a:solidFill>
                <a:srgbClr val="0F766E"/>
              </a:solidFill>
              <a:prstDash val="solid"/>
            </a:ln>
          </c:spPr>
          <c:marker>
            <c:symbol val="circle"/>
            <c:size val="3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1"/>
              <c:pt idx="0">
                <c:v>1</c:v>
              </c:pt>
              <c:pt idx="1">
                <c:v>6</c:v>
              </c:pt>
              <c:pt idx="2">
                <c:v>11</c:v>
              </c:pt>
              <c:pt idx="3">
                <c:v>16</c:v>
              </c:pt>
              <c:pt idx="4">
                <c:v>21</c:v>
              </c:pt>
              <c:pt idx="5">
                <c:v>26</c:v>
              </c:pt>
              <c:pt idx="6">
                <c:v>31</c:v>
              </c:pt>
              <c:pt idx="7">
                <c:v>36</c:v>
              </c:pt>
              <c:pt idx="8">
                <c:v>41</c:v>
              </c:pt>
              <c:pt idx="9">
                <c:v>46</c:v>
              </c:pt>
              <c:pt idx="10">
                <c:v>51</c:v>
              </c:pt>
              <c:pt idx="11">
                <c:v>56</c:v>
              </c:pt>
              <c:pt idx="12">
                <c:v>61</c:v>
              </c:pt>
              <c:pt idx="13">
                <c:v>66</c:v>
              </c:pt>
              <c:pt idx="14">
                <c:v>71</c:v>
              </c:pt>
              <c:pt idx="15">
                <c:v>76</c:v>
              </c:pt>
              <c:pt idx="16">
                <c:v>81</c:v>
              </c:pt>
              <c:pt idx="17">
                <c:v>86</c:v>
              </c:pt>
              <c:pt idx="18">
                <c:v>91</c:v>
              </c:pt>
              <c:pt idx="19">
                <c:v>96</c:v>
              </c:pt>
              <c:pt idx="20">
                <c:v>100</c:v>
              </c:pt>
            </c:numLit>
          </c:cat>
          <c:val>
            <c:numLit>
              <c:formatCode>0.000</c:formatCode>
              <c:ptCount val="21"/>
              <c:pt idx="0">
                <c:v>0.0592</c:v>
              </c:pt>
              <c:pt idx="1">
                <c:v>0.0251</c:v>
              </c:pt>
              <c:pt idx="2">
                <c:v>0.0165</c:v>
              </c:pt>
              <c:pt idx="3">
                <c:v>0.0109</c:v>
              </c:pt>
              <c:pt idx="4">
                <c:v>0.0042</c:v>
              </c:pt>
              <c:pt idx="5">
                <c:v>0.0045</c:v>
              </c:pt>
              <c:pt idx="6">
                <c:v>0.0047</c:v>
              </c:pt>
              <c:pt idx="7">
                <c:v>0.0029</c:v>
              </c:pt>
              <c:pt idx="8">
                <c:v>0.0025</c:v>
              </c:pt>
              <c:pt idx="9">
                <c:v>0.0021</c:v>
              </c:pt>
              <c:pt idx="10">
                <c:v>0.0018</c:v>
              </c:pt>
              <c:pt idx="11">
                <c:v>0.0017</c:v>
              </c:pt>
              <c:pt idx="12">
                <c:v>0.0018</c:v>
              </c:pt>
              <c:pt idx="13">
                <c:v>0.0018</c:v>
              </c:pt>
              <c:pt idx="14">
                <c:v>0.0018</c:v>
              </c:pt>
              <c:pt idx="15">
                <c:v>0.0034</c:v>
              </c:pt>
              <c:pt idx="16">
                <c:v>0.0015</c:v>
              </c:pt>
              <c:pt idx="17">
                <c:v>0.0014</c:v>
              </c:pt>
              <c:pt idx="18">
                <c:v>0.0012</c:v>
              </c:pt>
              <c:pt idx="19">
                <c:v>0.001</c:v>
              </c:pt>
              <c:pt idx="20">
                <c:v>0.0013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True</c:v>
          </c:tx>
          <c:spPr>
            <a:ln xmlns:a="http://schemas.openxmlformats.org/drawingml/2006/main" w="19050">
              <a:solidFill>
                <a:srgbClr val="0F172A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56"/>
              <c:pt idx="0">
                <c:v>0</c:v>
              </c:pt>
              <c:pt idx="1">
                <c:v>43</c:v>
              </c:pt>
              <c:pt idx="2">
                <c:v>85</c:v>
              </c:pt>
              <c:pt idx="3">
                <c:v>128</c:v>
              </c:pt>
              <c:pt idx="4">
                <c:v>170</c:v>
              </c:pt>
              <c:pt idx="5">
                <c:v>213</c:v>
              </c:pt>
              <c:pt idx="6">
                <c:v>256</c:v>
              </c:pt>
              <c:pt idx="7">
                <c:v>298</c:v>
              </c:pt>
              <c:pt idx="8">
                <c:v>341</c:v>
              </c:pt>
              <c:pt idx="9">
                <c:v>383</c:v>
              </c:pt>
              <c:pt idx="10">
                <c:v>426</c:v>
              </c:pt>
              <c:pt idx="11">
                <c:v>469</c:v>
              </c:pt>
              <c:pt idx="12">
                <c:v>511</c:v>
              </c:pt>
              <c:pt idx="13">
                <c:v>554</c:v>
              </c:pt>
              <c:pt idx="14">
                <c:v>596</c:v>
              </c:pt>
              <c:pt idx="15">
                <c:v>639</c:v>
              </c:pt>
              <c:pt idx="16">
                <c:v>682</c:v>
              </c:pt>
              <c:pt idx="17">
                <c:v>724</c:v>
              </c:pt>
              <c:pt idx="18">
                <c:v>767</c:v>
              </c:pt>
              <c:pt idx="19">
                <c:v>809</c:v>
              </c:pt>
              <c:pt idx="20">
                <c:v>852</c:v>
              </c:pt>
              <c:pt idx="21">
                <c:v>895</c:v>
              </c:pt>
              <c:pt idx="22">
                <c:v>937</c:v>
              </c:pt>
              <c:pt idx="23">
                <c:v>980</c:v>
              </c:pt>
              <c:pt idx="24">
                <c:v>1022</c:v>
              </c:pt>
              <c:pt idx="25">
                <c:v>1065</c:v>
              </c:pt>
              <c:pt idx="26">
                <c:v>1108</c:v>
              </c:pt>
              <c:pt idx="27">
                <c:v>1150</c:v>
              </c:pt>
              <c:pt idx="28">
                <c:v>1193</c:v>
              </c:pt>
              <c:pt idx="29">
                <c:v>1235</c:v>
              </c:pt>
              <c:pt idx="30">
                <c:v>1278</c:v>
              </c:pt>
              <c:pt idx="31">
                <c:v>1321</c:v>
              </c:pt>
              <c:pt idx="32">
                <c:v>1363</c:v>
              </c:pt>
              <c:pt idx="33">
                <c:v>1406</c:v>
              </c:pt>
              <c:pt idx="34">
                <c:v>1448</c:v>
              </c:pt>
              <c:pt idx="35">
                <c:v>1491</c:v>
              </c:pt>
              <c:pt idx="36">
                <c:v>1534</c:v>
              </c:pt>
              <c:pt idx="37">
                <c:v>1576</c:v>
              </c:pt>
              <c:pt idx="38">
                <c:v>1619</c:v>
              </c:pt>
              <c:pt idx="39">
                <c:v>1661</c:v>
              </c:pt>
              <c:pt idx="40">
                <c:v>1704</c:v>
              </c:pt>
              <c:pt idx="41">
                <c:v>1747</c:v>
              </c:pt>
              <c:pt idx="42">
                <c:v>1789</c:v>
              </c:pt>
              <c:pt idx="43">
                <c:v>1832</c:v>
              </c:pt>
              <c:pt idx="44">
                <c:v>1874</c:v>
              </c:pt>
              <c:pt idx="45">
                <c:v>1917</c:v>
              </c:pt>
              <c:pt idx="46">
                <c:v>1960</c:v>
              </c:pt>
              <c:pt idx="47">
                <c:v>2002</c:v>
              </c:pt>
              <c:pt idx="48">
                <c:v>2045</c:v>
              </c:pt>
              <c:pt idx="49">
                <c:v>2087</c:v>
              </c:pt>
              <c:pt idx="50">
                <c:v>2130</c:v>
              </c:pt>
              <c:pt idx="51">
                <c:v>2173</c:v>
              </c:pt>
              <c:pt idx="52">
                <c:v>2215</c:v>
              </c:pt>
              <c:pt idx="53">
                <c:v>2258</c:v>
              </c:pt>
              <c:pt idx="54">
                <c:v>2300</c:v>
              </c:pt>
              <c:pt idx="55">
                <c:v>2343</c:v>
              </c:pt>
            </c:numLit>
          </c:cat>
          <c:val>
            <c:numLit>
              <c:formatCode>0.0</c:formatCode>
              <c:ptCount val="56"/>
              <c:pt idx="0">
                <c:v>0.9869418740272522</c:v>
              </c:pt>
              <c:pt idx="1">
                <c:v>0.9688289761543274</c:v>
              </c:pt>
              <c:pt idx="2">
                <c:v>0.9511373043060303</c:v>
              </c:pt>
              <c:pt idx="3">
                <c:v>0.9330244064331055</c:v>
              </c:pt>
              <c:pt idx="4">
                <c:v>0.9153327941894531</c:v>
              </c:pt>
              <c:pt idx="5">
                <c:v>0.8972198963165283</c:v>
              </c:pt>
              <c:pt idx="6">
                <c:v>0.8791069984436035</c:v>
              </c:pt>
              <c:pt idx="7">
                <c:v>0.8614153265953064</c:v>
              </c:pt>
              <c:pt idx="8">
                <c:v>0.8433024287223816</c:v>
              </c:pt>
              <c:pt idx="9">
                <c:v>0.8256107568740845</c:v>
              </c:pt>
              <c:pt idx="10">
                <c:v>0.8074979186058044</c:v>
              </c:pt>
              <c:pt idx="11">
                <c:v>0.7893850207328796</c:v>
              </c:pt>
              <c:pt idx="12">
                <c:v>0.7716933488845825</c:v>
              </c:pt>
              <c:pt idx="13">
                <c:v>0.7535804510116577</c:v>
              </c:pt>
              <c:pt idx="14">
                <c:v>0.7358887791633606</c:v>
              </c:pt>
              <c:pt idx="15">
                <c:v>0.7177758812904358</c:v>
              </c:pt>
              <c:pt idx="16">
                <c:v>0.6996630430221558</c:v>
              </c:pt>
              <c:pt idx="17">
                <c:v>0.6819713711738586</c:v>
              </c:pt>
              <c:pt idx="18">
                <c:v>0.6638584733009338</c:v>
              </c:pt>
              <c:pt idx="19">
                <c:v>0.6461668014526367</c:v>
              </c:pt>
              <c:pt idx="20">
                <c:v>0.6280539035797119</c:v>
              </c:pt>
              <c:pt idx="21">
                <c:v>0.6099410057067871</c:v>
              </c:pt>
              <c:pt idx="22">
                <c:v>0.5922493934631348</c:v>
              </c:pt>
              <c:pt idx="23">
                <c:v>0.57413649559021</c:v>
              </c:pt>
              <c:pt idx="24">
                <c:v>0.5564448237419128</c:v>
              </c:pt>
              <c:pt idx="25">
                <c:v>0.538331925868988</c:v>
              </c:pt>
              <c:pt idx="26">
                <c:v>0.5202190279960632</c:v>
              </c:pt>
              <c:pt idx="27">
                <c:v>0.5025273561477661</c:v>
              </c:pt>
              <c:pt idx="28">
                <c:v>0.4844144880771637</c:v>
              </c:pt>
              <c:pt idx="29">
                <c:v>0.4667228162288666</c:v>
              </c:pt>
              <c:pt idx="30">
                <c:v>0.44860994815826416</c:v>
              </c:pt>
              <c:pt idx="31">
                <c:v>0.43049705028533936</c:v>
              </c:pt>
              <c:pt idx="32">
                <c:v>0.41280537843704224</c:v>
              </c:pt>
              <c:pt idx="33">
                <c:v>0.3946925103664398</c:v>
              </c:pt>
              <c:pt idx="34">
                <c:v>0.3770008385181427</c:v>
              </c:pt>
              <c:pt idx="35">
                <c:v>0.3588879406452179</c:v>
              </c:pt>
              <c:pt idx="36">
                <c:v>0.3407750725746155</c:v>
              </c:pt>
              <c:pt idx="37">
                <c:v>0.32308340072631836</c:v>
              </c:pt>
              <c:pt idx="38">
                <c:v>0.30497050285339355</c:v>
              </c:pt>
              <c:pt idx="39">
                <c:v>0.2872788608074188</c:v>
              </c:pt>
              <c:pt idx="40">
                <c:v>0.269165962934494</c:v>
              </c:pt>
              <c:pt idx="41">
                <c:v>0.2510530650615692</c:v>
              </c:pt>
              <c:pt idx="42">
                <c:v>0.2333614081144333</c:v>
              </c:pt>
              <c:pt idx="43">
                <c:v>0.21524852514266968</c:v>
              </c:pt>
              <c:pt idx="44">
                <c:v>0.19755686819553375</c:v>
              </c:pt>
              <c:pt idx="45">
                <c:v>0.17944397032260895</c:v>
              </c:pt>
              <c:pt idx="46">
                <c:v>0.16133108735084534</c:v>
              </c:pt>
              <c:pt idx="47">
                <c:v>0.1436394304037094</c:v>
              </c:pt>
              <c:pt idx="48">
                <c:v>0.1255265325307846</c:v>
              </c:pt>
              <c:pt idx="49">
                <c:v>0.10783487558364868</c:v>
              </c:pt>
              <c:pt idx="50">
                <c:v>0.08972198516130447</c:v>
              </c:pt>
              <c:pt idx="51">
                <c:v>0.07160910218954086</c:v>
              </c:pt>
              <c:pt idx="52">
                <c:v>0.05391743779182434</c:v>
              </c:pt>
              <c:pt idx="53">
                <c:v>0.03580455109477043</c:v>
              </c:pt>
              <c:pt idx="54">
                <c:v>0.018112890422344208</c:v>
              </c:pt>
              <c:pt idx="55">
                <c:v>0</c:v>
              </c:pt>
            </c:numLit>
          </c:val>
          <c:smooth val="0"/>
        </c:ser>
        <c:ser>
          <c:idx val="1"/>
          <c:order val="1"/>
          <c:tx>
            <c:v>Pred</c:v>
          </c:tx>
          <c:spPr>
            <a:ln xmlns:a="http://schemas.openxmlformats.org/drawingml/2006/main" w="19050">
              <a:solidFill>
                <a:srgbClr val="2563EB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56"/>
              <c:pt idx="0">
                <c:v>0</c:v>
              </c:pt>
              <c:pt idx="1">
                <c:v>43</c:v>
              </c:pt>
              <c:pt idx="2">
                <c:v>85</c:v>
              </c:pt>
              <c:pt idx="3">
                <c:v>128</c:v>
              </c:pt>
              <c:pt idx="4">
                <c:v>170</c:v>
              </c:pt>
              <c:pt idx="5">
                <c:v>213</c:v>
              </c:pt>
              <c:pt idx="6">
                <c:v>256</c:v>
              </c:pt>
              <c:pt idx="7">
                <c:v>298</c:v>
              </c:pt>
              <c:pt idx="8">
                <c:v>341</c:v>
              </c:pt>
              <c:pt idx="9">
                <c:v>383</c:v>
              </c:pt>
              <c:pt idx="10">
                <c:v>426</c:v>
              </c:pt>
              <c:pt idx="11">
                <c:v>469</c:v>
              </c:pt>
              <c:pt idx="12">
                <c:v>511</c:v>
              </c:pt>
              <c:pt idx="13">
                <c:v>554</c:v>
              </c:pt>
              <c:pt idx="14">
                <c:v>596</c:v>
              </c:pt>
              <c:pt idx="15">
                <c:v>639</c:v>
              </c:pt>
              <c:pt idx="16">
                <c:v>682</c:v>
              </c:pt>
              <c:pt idx="17">
                <c:v>724</c:v>
              </c:pt>
              <c:pt idx="18">
                <c:v>767</c:v>
              </c:pt>
              <c:pt idx="19">
                <c:v>809</c:v>
              </c:pt>
              <c:pt idx="20">
                <c:v>852</c:v>
              </c:pt>
              <c:pt idx="21">
                <c:v>895</c:v>
              </c:pt>
              <c:pt idx="22">
                <c:v>937</c:v>
              </c:pt>
              <c:pt idx="23">
                <c:v>980</c:v>
              </c:pt>
              <c:pt idx="24">
                <c:v>1022</c:v>
              </c:pt>
              <c:pt idx="25">
                <c:v>1065</c:v>
              </c:pt>
              <c:pt idx="26">
                <c:v>1108</c:v>
              </c:pt>
              <c:pt idx="27">
                <c:v>1150</c:v>
              </c:pt>
              <c:pt idx="28">
                <c:v>1193</c:v>
              </c:pt>
              <c:pt idx="29">
                <c:v>1235</c:v>
              </c:pt>
              <c:pt idx="30">
                <c:v>1278</c:v>
              </c:pt>
              <c:pt idx="31">
                <c:v>1321</c:v>
              </c:pt>
              <c:pt idx="32">
                <c:v>1363</c:v>
              </c:pt>
              <c:pt idx="33">
                <c:v>1406</c:v>
              </c:pt>
              <c:pt idx="34">
                <c:v>1448</c:v>
              </c:pt>
              <c:pt idx="35">
                <c:v>1491</c:v>
              </c:pt>
              <c:pt idx="36">
                <c:v>1534</c:v>
              </c:pt>
              <c:pt idx="37">
                <c:v>1576</c:v>
              </c:pt>
              <c:pt idx="38">
                <c:v>1619</c:v>
              </c:pt>
              <c:pt idx="39">
                <c:v>1661</c:v>
              </c:pt>
              <c:pt idx="40">
                <c:v>1704</c:v>
              </c:pt>
              <c:pt idx="41">
                <c:v>1747</c:v>
              </c:pt>
              <c:pt idx="42">
                <c:v>1789</c:v>
              </c:pt>
              <c:pt idx="43">
                <c:v>1832</c:v>
              </c:pt>
              <c:pt idx="44">
                <c:v>1874</c:v>
              </c:pt>
              <c:pt idx="45">
                <c:v>1917</c:v>
              </c:pt>
              <c:pt idx="46">
                <c:v>1960</c:v>
              </c:pt>
              <c:pt idx="47">
                <c:v>2002</c:v>
              </c:pt>
              <c:pt idx="48">
                <c:v>2045</c:v>
              </c:pt>
              <c:pt idx="49">
                <c:v>2087</c:v>
              </c:pt>
              <c:pt idx="50">
                <c:v>2130</c:v>
              </c:pt>
              <c:pt idx="51">
                <c:v>2173</c:v>
              </c:pt>
              <c:pt idx="52">
                <c:v>2215</c:v>
              </c:pt>
              <c:pt idx="53">
                <c:v>2258</c:v>
              </c:pt>
              <c:pt idx="54">
                <c:v>2300</c:v>
              </c:pt>
              <c:pt idx="55">
                <c:v>2343</c:v>
              </c:pt>
            </c:numLit>
          </c:cat>
          <c:val>
            <c:numLit>
              <c:formatCode>0.0</c:formatCode>
              <c:ptCount val="56"/>
              <c:pt idx="0">
                <c:v>0.9044738411903381</c:v>
              </c:pt>
              <c:pt idx="1">
                <c:v>0.9164639711380005</c:v>
              </c:pt>
              <c:pt idx="2">
                <c:v>0.8389810919761658</c:v>
              </c:pt>
              <c:pt idx="3">
                <c:v>0.8493700623512268</c:v>
              </c:pt>
              <c:pt idx="4">
                <c:v>0.900781512260437</c:v>
              </c:pt>
              <c:pt idx="5">
                <c:v>0.8558536767959595</c:v>
              </c:pt>
              <c:pt idx="6">
                <c:v>0.8950858116149902</c:v>
              </c:pt>
              <c:pt idx="7">
                <c:v>0.8480567932128906</c:v>
              </c:pt>
              <c:pt idx="8">
                <c:v>0.8570936918258667</c:v>
              </c:pt>
              <c:pt idx="9">
                <c:v>0.8513060212135315</c:v>
              </c:pt>
              <c:pt idx="10">
                <c:v>0.8605250120162964</c:v>
              </c:pt>
              <c:pt idx="11">
                <c:v>0.8496603965759277</c:v>
              </c:pt>
              <c:pt idx="12">
                <c:v>0.8953153491020203</c:v>
              </c:pt>
              <c:pt idx="13">
                <c:v>0.8276255130767822</c:v>
              </c:pt>
              <c:pt idx="14">
                <c:v>0.835192859172821</c:v>
              </c:pt>
              <c:pt idx="15">
                <c:v>0.8617193102836609</c:v>
              </c:pt>
              <c:pt idx="16">
                <c:v>0.8344869017601013</c:v>
              </c:pt>
              <c:pt idx="17">
                <c:v>0.8316765427589417</c:v>
              </c:pt>
              <c:pt idx="18">
                <c:v>0.8389732837677002</c:v>
              </c:pt>
              <c:pt idx="19">
                <c:v>0.8292504549026489</c:v>
              </c:pt>
              <c:pt idx="20">
                <c:v>0.6899400949478149</c:v>
              </c:pt>
              <c:pt idx="21">
                <c:v>0.7009598016738892</c:v>
              </c:pt>
              <c:pt idx="22">
                <c:v>0.7501207590103149</c:v>
              </c:pt>
              <c:pt idx="23">
                <c:v>0.6821289658546448</c:v>
              </c:pt>
              <c:pt idx="24">
                <c:v>0.7319581508636475</c:v>
              </c:pt>
              <c:pt idx="25">
                <c:v>0.701737105846405</c:v>
              </c:pt>
              <c:pt idx="26">
                <c:v>0.6230482459068298</c:v>
              </c:pt>
              <c:pt idx="27">
                <c:v>0.6042605638504028</c:v>
              </c:pt>
              <c:pt idx="28">
                <c:v>0.5761289000511169</c:v>
              </c:pt>
              <c:pt idx="29">
                <c:v>0.604131817817688</c:v>
              </c:pt>
              <c:pt idx="30">
                <c:v>0.5377388000488281</c:v>
              </c:pt>
              <c:pt idx="31">
                <c:v>0.5303983688354492</c:v>
              </c:pt>
              <c:pt idx="32">
                <c:v>0.49861979484558105</c:v>
              </c:pt>
              <c:pt idx="33">
                <c:v>0.4633415937423706</c:v>
              </c:pt>
              <c:pt idx="34">
                <c:v>0.44078344106674194</c:v>
              </c:pt>
              <c:pt idx="35">
                <c:v>0.46442222595214844</c:v>
              </c:pt>
              <c:pt idx="36">
                <c:v>0.4187764525413513</c:v>
              </c:pt>
              <c:pt idx="37">
                <c:v>0.4119006097316742</c:v>
              </c:pt>
              <c:pt idx="38">
                <c:v>0.4131729006767273</c:v>
              </c:pt>
              <c:pt idx="39">
                <c:v>0.36723271012306213</c:v>
              </c:pt>
              <c:pt idx="40">
                <c:v>0.4612327516078949</c:v>
              </c:pt>
              <c:pt idx="41">
                <c:v>0.3968959152698517</c:v>
              </c:pt>
              <c:pt idx="42">
                <c:v>0.34341949224472046</c:v>
              </c:pt>
              <c:pt idx="43">
                <c:v>0.3684694766998291</c:v>
              </c:pt>
              <c:pt idx="44">
                <c:v>0.3323671519756317</c:v>
              </c:pt>
              <c:pt idx="45">
                <c:v>0.3482411801815033</c:v>
              </c:pt>
              <c:pt idx="46">
                <c:v>0.29788216948509216</c:v>
              </c:pt>
              <c:pt idx="47">
                <c:v>0.28946653008461</c:v>
              </c:pt>
              <c:pt idx="48">
                <c:v>0.2849618196487427</c:v>
              </c:pt>
              <c:pt idx="49">
                <c:v>0.27137041091918945</c:v>
              </c:pt>
              <c:pt idx="50">
                <c:v>0.19040898978710175</c:v>
              </c:pt>
              <c:pt idx="51">
                <c:v>0.16940025985240936</c:v>
              </c:pt>
              <c:pt idx="52">
                <c:v>0.14653785526752472</c:v>
              </c:pt>
              <c:pt idx="53">
                <c:v>0.04359230771660805</c:v>
              </c:pt>
              <c:pt idx="54">
                <c:v>0.04308857396245003</c:v>
              </c:pt>
              <c:pt idx="55">
                <c:v>0.04267635568976402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True</c:v>
          </c:tx>
          <c:spPr>
            <a:ln xmlns:a="http://schemas.openxmlformats.org/drawingml/2006/main" w="19050">
              <a:solidFill>
                <a:srgbClr val="0F172A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56"/>
              <c:pt idx="0">
                <c:v>0</c:v>
              </c:pt>
              <c:pt idx="1">
                <c:v>12</c:v>
              </c:pt>
              <c:pt idx="2">
                <c:v>24</c:v>
              </c:pt>
              <c:pt idx="3">
                <c:v>36</c:v>
              </c:pt>
              <c:pt idx="4">
                <c:v>49</c:v>
              </c:pt>
              <c:pt idx="5">
                <c:v>61</c:v>
              </c:pt>
              <c:pt idx="6">
                <c:v>73</c:v>
              </c:pt>
              <c:pt idx="7">
                <c:v>85</c:v>
              </c:pt>
              <c:pt idx="8">
                <c:v>97</c:v>
              </c:pt>
              <c:pt idx="9">
                <c:v>109</c:v>
              </c:pt>
              <c:pt idx="10">
                <c:v>122</c:v>
              </c:pt>
              <c:pt idx="11">
                <c:v>134</c:v>
              </c:pt>
              <c:pt idx="12">
                <c:v>146</c:v>
              </c:pt>
              <c:pt idx="13">
                <c:v>158</c:v>
              </c:pt>
              <c:pt idx="14">
                <c:v>170</c:v>
              </c:pt>
              <c:pt idx="15">
                <c:v>182</c:v>
              </c:pt>
              <c:pt idx="16">
                <c:v>195</c:v>
              </c:pt>
              <c:pt idx="17">
                <c:v>207</c:v>
              </c:pt>
              <c:pt idx="18">
                <c:v>219</c:v>
              </c:pt>
              <c:pt idx="19">
                <c:v>231</c:v>
              </c:pt>
              <c:pt idx="20">
                <c:v>243</c:v>
              </c:pt>
              <c:pt idx="21">
                <c:v>255</c:v>
              </c:pt>
              <c:pt idx="22">
                <c:v>268</c:v>
              </c:pt>
              <c:pt idx="23">
                <c:v>280</c:v>
              </c:pt>
              <c:pt idx="24">
                <c:v>292</c:v>
              </c:pt>
              <c:pt idx="25">
                <c:v>304</c:v>
              </c:pt>
              <c:pt idx="26">
                <c:v>316</c:v>
              </c:pt>
              <c:pt idx="27">
                <c:v>328</c:v>
              </c:pt>
              <c:pt idx="28">
                <c:v>341</c:v>
              </c:pt>
              <c:pt idx="29">
                <c:v>353</c:v>
              </c:pt>
              <c:pt idx="30">
                <c:v>365</c:v>
              </c:pt>
              <c:pt idx="31">
                <c:v>377</c:v>
              </c:pt>
              <c:pt idx="32">
                <c:v>389</c:v>
              </c:pt>
              <c:pt idx="33">
                <c:v>401</c:v>
              </c:pt>
              <c:pt idx="34">
                <c:v>414</c:v>
              </c:pt>
              <c:pt idx="35">
                <c:v>426</c:v>
              </c:pt>
              <c:pt idx="36">
                <c:v>438</c:v>
              </c:pt>
              <c:pt idx="37">
                <c:v>450</c:v>
              </c:pt>
              <c:pt idx="38">
                <c:v>462</c:v>
              </c:pt>
              <c:pt idx="39">
                <c:v>474</c:v>
              </c:pt>
              <c:pt idx="40">
                <c:v>487</c:v>
              </c:pt>
              <c:pt idx="41">
                <c:v>499</c:v>
              </c:pt>
              <c:pt idx="42">
                <c:v>511</c:v>
              </c:pt>
              <c:pt idx="43">
                <c:v>523</c:v>
              </c:pt>
              <c:pt idx="44">
                <c:v>535</c:v>
              </c:pt>
              <c:pt idx="45">
                <c:v>547</c:v>
              </c:pt>
              <c:pt idx="46">
                <c:v>560</c:v>
              </c:pt>
              <c:pt idx="47">
                <c:v>572</c:v>
              </c:pt>
              <c:pt idx="48">
                <c:v>584</c:v>
              </c:pt>
              <c:pt idx="49">
                <c:v>596</c:v>
              </c:pt>
              <c:pt idx="50">
                <c:v>608</c:v>
              </c:pt>
              <c:pt idx="51">
                <c:v>620</c:v>
              </c:pt>
              <c:pt idx="52">
                <c:v>633</c:v>
              </c:pt>
              <c:pt idx="53">
                <c:v>645</c:v>
              </c:pt>
              <c:pt idx="54">
                <c:v>657</c:v>
              </c:pt>
              <c:pt idx="55">
                <c:v>669</c:v>
              </c:pt>
            </c:numLit>
          </c:cat>
          <c:val>
            <c:numLit>
              <c:formatCode>0.0</c:formatCode>
              <c:ptCount val="56"/>
              <c:pt idx="0">
                <c:v>0.9557142853736877</c:v>
              </c:pt>
              <c:pt idx="1">
                <c:v>0.9385714530944824</c:v>
              </c:pt>
              <c:pt idx="2">
                <c:v>0.9214285612106323</c:v>
              </c:pt>
              <c:pt idx="3">
                <c:v>0.904285728931427</c:v>
              </c:pt>
              <c:pt idx="4">
                <c:v>0.8857142925262451</c:v>
              </c:pt>
              <c:pt idx="5">
                <c:v>0.868571400642395</c:v>
              </c:pt>
              <c:pt idx="6">
                <c:v>0.8514285683631897</c:v>
              </c:pt>
              <c:pt idx="7">
                <c:v>0.8342857360839844</c:v>
              </c:pt>
              <c:pt idx="8">
                <c:v>0.8171428442001343</c:v>
              </c:pt>
              <c:pt idx="9">
                <c:v>0.800000011920929</c:v>
              </c:pt>
              <c:pt idx="10">
                <c:v>0.7814285755157471</c:v>
              </c:pt>
              <c:pt idx="11">
                <c:v>0.7642857432365417</c:v>
              </c:pt>
              <c:pt idx="12">
                <c:v>0.7471428513526917</c:v>
              </c:pt>
              <c:pt idx="13">
                <c:v>0.7300000190734863</c:v>
              </c:pt>
              <c:pt idx="14">
                <c:v>0.7128571271896362</c:v>
              </c:pt>
              <c:pt idx="15">
                <c:v>0.6957142949104309</c:v>
              </c:pt>
              <c:pt idx="16">
                <c:v>0.677142858505249</c:v>
              </c:pt>
              <c:pt idx="17">
                <c:v>0.6600000262260437</c:v>
              </c:pt>
              <c:pt idx="18">
                <c:v>0.6428571343421936</c:v>
              </c:pt>
              <c:pt idx="19">
                <c:v>0.6257143020629883</c:v>
              </c:pt>
              <c:pt idx="20">
                <c:v>0.6085714101791382</c:v>
              </c:pt>
              <c:pt idx="21">
                <c:v>0.5914285778999329</c:v>
              </c:pt>
              <c:pt idx="22">
                <c:v>0.572857141494751</c:v>
              </c:pt>
              <c:pt idx="23">
                <c:v>0.5557143092155457</c:v>
              </c:pt>
              <c:pt idx="24">
                <c:v>0.5385714173316956</c:v>
              </c:pt>
              <c:pt idx="25">
                <c:v>0.5214285850524902</c:v>
              </c:pt>
              <c:pt idx="26">
                <c:v>0.5042856931686401</c:v>
              </c:pt>
              <c:pt idx="27">
                <c:v>0.4871428608894348</c:v>
              </c:pt>
              <c:pt idx="28">
                <c:v>0.46857142448425293</c:v>
              </c:pt>
              <c:pt idx="29">
                <c:v>0.4514285624027252</c:v>
              </c:pt>
              <c:pt idx="30">
                <c:v>0.4342857003211975</c:v>
              </c:pt>
              <c:pt idx="31">
                <c:v>0.4171428680419922</c:v>
              </c:pt>
              <c:pt idx="32">
                <c:v>0.4000000059604645</c:v>
              </c:pt>
              <c:pt idx="33">
                <c:v>0.38285714387893677</c:v>
              </c:pt>
              <c:pt idx="34">
                <c:v>0.3642857074737549</c:v>
              </c:pt>
              <c:pt idx="35">
                <c:v>0.3471428453922272</c:v>
              </c:pt>
              <c:pt idx="36">
                <c:v>0.33000001311302185</c:v>
              </c:pt>
              <c:pt idx="37">
                <c:v>0.31285715103149414</c:v>
              </c:pt>
              <c:pt idx="38">
                <c:v>0.29571428894996643</c:v>
              </c:pt>
              <c:pt idx="39">
                <c:v>0.2785714268684387</c:v>
              </c:pt>
              <c:pt idx="40">
                <c:v>0.25999999046325684</c:v>
              </c:pt>
              <c:pt idx="41">
                <c:v>0.24285714328289032</c:v>
              </c:pt>
              <c:pt idx="42">
                <c:v>0.2257142812013626</c:v>
              </c:pt>
              <c:pt idx="43">
                <c:v>0.2085714340209961</c:v>
              </c:pt>
              <c:pt idx="44">
                <c:v>0.19142857193946838</c:v>
              </c:pt>
              <c:pt idx="45">
                <c:v>0.17428570985794067</c:v>
              </c:pt>
              <c:pt idx="46">
                <c:v>0.15571428835391998</c:v>
              </c:pt>
              <c:pt idx="47">
                <c:v>0.13857142627239227</c:v>
              </c:pt>
              <c:pt idx="48">
                <c:v>0.12142857164144516</c:v>
              </c:pt>
              <c:pt idx="49">
                <c:v>0.10428571701049805</c:v>
              </c:pt>
              <c:pt idx="50">
                <c:v>0.08714285492897034</c:v>
              </c:pt>
              <c:pt idx="51">
                <c:v>0.07000000029802322</c:v>
              </c:pt>
              <c:pt idx="52">
                <c:v>0.051428571343421936</c:v>
              </c:pt>
              <c:pt idx="53">
                <c:v>0.034285712987184525</c:v>
              </c:pt>
              <c:pt idx="54">
                <c:v>0.017142856493592262</c:v>
              </c:pt>
              <c:pt idx="55">
                <c:v>0</c:v>
              </c:pt>
            </c:numLit>
          </c:val>
          <c:smooth val="0"/>
        </c:ser>
        <c:ser>
          <c:idx val="1"/>
          <c:order val="1"/>
          <c:tx>
            <c:v>Pred</c:v>
          </c:tx>
          <c:spPr>
            <a:ln xmlns:a="http://schemas.openxmlformats.org/drawingml/2006/main" w="19050">
              <a:solidFill>
                <a:srgbClr val="0F766E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56"/>
              <c:pt idx="0">
                <c:v>0</c:v>
              </c:pt>
              <c:pt idx="1">
                <c:v>12</c:v>
              </c:pt>
              <c:pt idx="2">
                <c:v>24</c:v>
              </c:pt>
              <c:pt idx="3">
                <c:v>36</c:v>
              </c:pt>
              <c:pt idx="4">
                <c:v>49</c:v>
              </c:pt>
              <c:pt idx="5">
                <c:v>61</c:v>
              </c:pt>
              <c:pt idx="6">
                <c:v>73</c:v>
              </c:pt>
              <c:pt idx="7">
                <c:v>85</c:v>
              </c:pt>
              <c:pt idx="8">
                <c:v>97</c:v>
              </c:pt>
              <c:pt idx="9">
                <c:v>109</c:v>
              </c:pt>
              <c:pt idx="10">
                <c:v>122</c:v>
              </c:pt>
              <c:pt idx="11">
                <c:v>134</c:v>
              </c:pt>
              <c:pt idx="12">
                <c:v>146</c:v>
              </c:pt>
              <c:pt idx="13">
                <c:v>158</c:v>
              </c:pt>
              <c:pt idx="14">
                <c:v>170</c:v>
              </c:pt>
              <c:pt idx="15">
                <c:v>182</c:v>
              </c:pt>
              <c:pt idx="16">
                <c:v>195</c:v>
              </c:pt>
              <c:pt idx="17">
                <c:v>207</c:v>
              </c:pt>
              <c:pt idx="18">
                <c:v>219</c:v>
              </c:pt>
              <c:pt idx="19">
                <c:v>231</c:v>
              </c:pt>
              <c:pt idx="20">
                <c:v>243</c:v>
              </c:pt>
              <c:pt idx="21">
                <c:v>255</c:v>
              </c:pt>
              <c:pt idx="22">
                <c:v>268</c:v>
              </c:pt>
              <c:pt idx="23">
                <c:v>280</c:v>
              </c:pt>
              <c:pt idx="24">
                <c:v>292</c:v>
              </c:pt>
              <c:pt idx="25">
                <c:v>304</c:v>
              </c:pt>
              <c:pt idx="26">
                <c:v>316</c:v>
              </c:pt>
              <c:pt idx="27">
                <c:v>328</c:v>
              </c:pt>
              <c:pt idx="28">
                <c:v>341</c:v>
              </c:pt>
              <c:pt idx="29">
                <c:v>353</c:v>
              </c:pt>
              <c:pt idx="30">
                <c:v>365</c:v>
              </c:pt>
              <c:pt idx="31">
                <c:v>377</c:v>
              </c:pt>
              <c:pt idx="32">
                <c:v>389</c:v>
              </c:pt>
              <c:pt idx="33">
                <c:v>401</c:v>
              </c:pt>
              <c:pt idx="34">
                <c:v>414</c:v>
              </c:pt>
              <c:pt idx="35">
                <c:v>426</c:v>
              </c:pt>
              <c:pt idx="36">
                <c:v>438</c:v>
              </c:pt>
              <c:pt idx="37">
                <c:v>450</c:v>
              </c:pt>
              <c:pt idx="38">
                <c:v>462</c:v>
              </c:pt>
              <c:pt idx="39">
                <c:v>474</c:v>
              </c:pt>
              <c:pt idx="40">
                <c:v>487</c:v>
              </c:pt>
              <c:pt idx="41">
                <c:v>499</c:v>
              </c:pt>
              <c:pt idx="42">
                <c:v>511</c:v>
              </c:pt>
              <c:pt idx="43">
                <c:v>523</c:v>
              </c:pt>
              <c:pt idx="44">
                <c:v>535</c:v>
              </c:pt>
              <c:pt idx="45">
                <c:v>547</c:v>
              </c:pt>
              <c:pt idx="46">
                <c:v>560</c:v>
              </c:pt>
              <c:pt idx="47">
                <c:v>572</c:v>
              </c:pt>
              <c:pt idx="48">
                <c:v>584</c:v>
              </c:pt>
              <c:pt idx="49">
                <c:v>596</c:v>
              </c:pt>
              <c:pt idx="50">
                <c:v>608</c:v>
              </c:pt>
              <c:pt idx="51">
                <c:v>620</c:v>
              </c:pt>
              <c:pt idx="52">
                <c:v>633</c:v>
              </c:pt>
              <c:pt idx="53">
                <c:v>645</c:v>
              </c:pt>
              <c:pt idx="54">
                <c:v>657</c:v>
              </c:pt>
              <c:pt idx="55">
                <c:v>669</c:v>
              </c:pt>
            </c:numLit>
          </c:cat>
          <c:val>
            <c:numLit>
              <c:formatCode>0.0</c:formatCode>
              <c:ptCount val="56"/>
              <c:pt idx="0">
                <c:v>0.5940197706222534</c:v>
              </c:pt>
              <c:pt idx="1">
                <c:v>0.6562862992286682</c:v>
              </c:pt>
              <c:pt idx="2">
                <c:v>0.8078337907791138</c:v>
              </c:pt>
              <c:pt idx="3">
                <c:v>0.815897524356842</c:v>
              </c:pt>
              <c:pt idx="4">
                <c:v>0.8208594918251038</c:v>
              </c:pt>
              <c:pt idx="5">
                <c:v>0.8554577231407166</c:v>
              </c:pt>
              <c:pt idx="6">
                <c:v>0.9125854969024658</c:v>
              </c:pt>
              <c:pt idx="7">
                <c:v>0.914979875087738</c:v>
              </c:pt>
              <c:pt idx="8">
                <c:v>0.8968557715415955</c:v>
              </c:pt>
              <c:pt idx="9">
                <c:v>0.8375369906425476</c:v>
              </c:pt>
              <c:pt idx="10">
                <c:v>0.7996598482131958</c:v>
              </c:pt>
              <c:pt idx="11">
                <c:v>0.777646541595459</c:v>
              </c:pt>
              <c:pt idx="12">
                <c:v>0.7858614921569824</c:v>
              </c:pt>
              <c:pt idx="13">
                <c:v>0.7990568280220032</c:v>
              </c:pt>
              <c:pt idx="14">
                <c:v>0.7480994462966919</c:v>
              </c:pt>
              <c:pt idx="15">
                <c:v>0.6370385885238647</c:v>
              </c:pt>
              <c:pt idx="16">
                <c:v>0.6328192949295044</c:v>
              </c:pt>
              <c:pt idx="17">
                <c:v>0.6246558427810669</c:v>
              </c:pt>
              <c:pt idx="18">
                <c:v>0.6144139170646667</c:v>
              </c:pt>
              <c:pt idx="19">
                <c:v>0.6311927437782288</c:v>
              </c:pt>
              <c:pt idx="20">
                <c:v>0.6097298860549927</c:v>
              </c:pt>
              <c:pt idx="21">
                <c:v>0.5763707756996155</c:v>
              </c:pt>
              <c:pt idx="22">
                <c:v>0.562466561794281</c:v>
              </c:pt>
              <c:pt idx="23">
                <c:v>0.5591684579849243</c:v>
              </c:pt>
              <c:pt idx="24">
                <c:v>0.5701781511306763</c:v>
              </c:pt>
              <c:pt idx="25">
                <c:v>0.5756121873855591</c:v>
              </c:pt>
              <c:pt idx="26">
                <c:v>0.5743138790130615</c:v>
              </c:pt>
              <c:pt idx="27">
                <c:v>0.5652620196342468</c:v>
              </c:pt>
              <c:pt idx="28">
                <c:v>0.5718486309051514</c:v>
              </c:pt>
              <c:pt idx="29">
                <c:v>0.5733696222305298</c:v>
              </c:pt>
              <c:pt idx="30">
                <c:v>0.5798590183258057</c:v>
              </c:pt>
              <c:pt idx="31">
                <c:v>0.5695792436599731</c:v>
              </c:pt>
              <c:pt idx="32">
                <c:v>0.5793353319168091</c:v>
              </c:pt>
              <c:pt idx="33">
                <c:v>0.5870960354804993</c:v>
              </c:pt>
              <c:pt idx="34">
                <c:v>0.5699653029441833</c:v>
              </c:pt>
              <c:pt idx="35">
                <c:v>0.5546410083770752</c:v>
              </c:pt>
              <c:pt idx="36">
                <c:v>0.5587420463562012</c:v>
              </c:pt>
              <c:pt idx="37">
                <c:v>0.5701009631156921</c:v>
              </c:pt>
              <c:pt idx="38">
                <c:v>0.5734256505966187</c:v>
              </c:pt>
              <c:pt idx="39">
                <c:v>0.5676915645599365</c:v>
              </c:pt>
              <c:pt idx="40">
                <c:v>0.5769484043121338</c:v>
              </c:pt>
              <c:pt idx="41">
                <c:v>0.5709316730499268</c:v>
              </c:pt>
              <c:pt idx="42">
                <c:v>0.5564584732055664</c:v>
              </c:pt>
              <c:pt idx="43">
                <c:v>0.5571661591529846</c:v>
              </c:pt>
              <c:pt idx="44">
                <c:v>0.5484470129013062</c:v>
              </c:pt>
              <c:pt idx="45">
                <c:v>0.5600011944770813</c:v>
              </c:pt>
              <c:pt idx="46">
                <c:v>0.5585803389549255</c:v>
              </c:pt>
              <c:pt idx="47">
                <c:v>0.5444555282592773</c:v>
              </c:pt>
              <c:pt idx="48">
                <c:v>0.5202727913856506</c:v>
              </c:pt>
              <c:pt idx="49">
                <c:v>0.539557695388794</c:v>
              </c:pt>
              <c:pt idx="50">
                <c:v>0.5647022724151611</c:v>
              </c:pt>
              <c:pt idx="51">
                <c:v>0.5701956152915955</c:v>
              </c:pt>
              <c:pt idx="52">
                <c:v>0.5449489951133728</c:v>
              </c:pt>
              <c:pt idx="53">
                <c:v>0.5342819690704346</c:v>
              </c:pt>
              <c:pt idx="54">
                <c:v>0.16152970492839813</c:v>
              </c:pt>
              <c:pt idx="55">
                <c:v>0.043580181896686554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Paper</c:v>
          </c:tx>
          <c:spPr>
            <a:solidFill xmlns:a="http://schemas.openxmlformats.org/drawingml/2006/main">
              <a:srgbClr val="D9770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Accuracy</c:v>
              </c:pt>
              <c:pt idx="1">
                <c:v>Weighted F1</c:v>
              </c:pt>
            </c:strLit>
          </c:cat>
          <c:val>
            <c:numLit>
              <c:formatCode>0.0%</c:formatCode>
              <c:ptCount val="2"/>
              <c:pt idx="0">
                <c:v>0.9639</c:v>
              </c:pt>
              <c:pt idx="1">
                <c:v>0.964</c:v>
              </c:pt>
            </c:numLit>
          </c:val>
        </c:ser>
        <c:ser>
          <c:idx val="1"/>
          <c:order val="1"/>
          <c:tx>
            <c:v>Ours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Accuracy</c:v>
              </c:pt>
              <c:pt idx="1">
                <c:v>Weighted F1</c:v>
              </c:pt>
            </c:strLit>
          </c:cat>
          <c:val>
            <c:numLit>
              <c:formatCode>0.0%</c:formatCode>
              <c:ptCount val="2"/>
              <c:pt idx="0">
                <c:v>0.9963396778916545</c:v>
              </c:pt>
              <c:pt idx="1">
                <c:v>0.996341657800743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charts/chart7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loss</c:v>
          </c:tx>
          <c:spPr>
            <a:ln xmlns:a="http://schemas.openxmlformats.org/drawingml/2006/main" w="19050">
              <a:solidFill>
                <a:srgbClr val="7C3AED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8"/>
              <c:pt idx="0">
                <c:v>1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9</c:v>
              </c:pt>
              <c:pt idx="5">
                <c:v>11</c:v>
              </c:pt>
              <c:pt idx="6">
                <c:v>13</c:v>
              </c:pt>
              <c:pt idx="7">
                <c:v>15</c:v>
              </c:pt>
              <c:pt idx="8">
                <c:v>17</c:v>
              </c:pt>
              <c:pt idx="9">
                <c:v>19</c:v>
              </c:pt>
              <c:pt idx="10">
                <c:v>21</c:v>
              </c:pt>
              <c:pt idx="11">
                <c:v>23</c:v>
              </c:pt>
              <c:pt idx="12">
                <c:v>25</c:v>
              </c:pt>
              <c:pt idx="13">
                <c:v>27</c:v>
              </c:pt>
              <c:pt idx="14">
                <c:v>29</c:v>
              </c:pt>
              <c:pt idx="15">
                <c:v>31</c:v>
              </c:pt>
              <c:pt idx="16">
                <c:v>33</c:v>
              </c:pt>
              <c:pt idx="17">
                <c:v>35</c:v>
              </c:pt>
            </c:numLit>
          </c:cat>
          <c:val>
            <c:numLit>
              <c:formatCode>0.000</c:formatCode>
              <c:ptCount val="18"/>
              <c:pt idx="0">
                <c:v>0.1885</c:v>
              </c:pt>
              <c:pt idx="1">
                <c:v>0.0299</c:v>
              </c:pt>
              <c:pt idx="2">
                <c:v>0.0161</c:v>
              </c:pt>
              <c:pt idx="3">
                <c:v>0.0101</c:v>
              </c:pt>
              <c:pt idx="4">
                <c:v>0.0073</c:v>
              </c:pt>
              <c:pt idx="5">
                <c:v>0.0055</c:v>
              </c:pt>
              <c:pt idx="6">
                <c:v>0.0032</c:v>
              </c:pt>
              <c:pt idx="7">
                <c:v>0.0073</c:v>
              </c:pt>
              <c:pt idx="8">
                <c:v>0.0046</c:v>
              </c:pt>
              <c:pt idx="9">
                <c:v>0.0052</c:v>
              </c:pt>
              <c:pt idx="10">
                <c:v>0.0018</c:v>
              </c:pt>
              <c:pt idx="11">
                <c:v>0.0022</c:v>
              </c:pt>
              <c:pt idx="12">
                <c:v>0.0081</c:v>
              </c:pt>
              <c:pt idx="13">
                <c:v>0.0014</c:v>
              </c:pt>
              <c:pt idx="14">
                <c:v>0.002</c:v>
              </c:pt>
              <c:pt idx="15">
                <c:v>0.0014</c:v>
              </c:pt>
              <c:pt idx="16">
                <c:v>0.0004</c:v>
              </c:pt>
              <c:pt idx="17">
                <c:v>0.0001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8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Fault probability</c:v>
          </c:tx>
          <c:spPr>
            <a:ln xmlns:a="http://schemas.openxmlformats.org/drawingml/2006/main" w="19050">
              <a:solidFill>
                <a:srgbClr val="0F766E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60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19</c:v>
              </c:pt>
              <c:pt idx="11">
                <c:v>21</c:v>
              </c:pt>
              <c:pt idx="12">
                <c:v>23</c:v>
              </c:pt>
              <c:pt idx="13">
                <c:v>25</c:v>
              </c:pt>
              <c:pt idx="14">
                <c:v>27</c:v>
              </c:pt>
              <c:pt idx="15">
                <c:v>29</c:v>
              </c:pt>
              <c:pt idx="16">
                <c:v>31</c:v>
              </c:pt>
              <c:pt idx="17">
                <c:v>33</c:v>
              </c:pt>
              <c:pt idx="18">
                <c:v>35</c:v>
              </c:pt>
              <c:pt idx="19">
                <c:v>37</c:v>
              </c:pt>
              <c:pt idx="20">
                <c:v>39</c:v>
              </c:pt>
              <c:pt idx="21">
                <c:v>41</c:v>
              </c:pt>
              <c:pt idx="22">
                <c:v>43</c:v>
              </c:pt>
              <c:pt idx="23">
                <c:v>45</c:v>
              </c:pt>
              <c:pt idx="24">
                <c:v>47</c:v>
              </c:pt>
              <c:pt idx="25">
                <c:v>49</c:v>
              </c:pt>
              <c:pt idx="26">
                <c:v>51</c:v>
              </c:pt>
              <c:pt idx="27">
                <c:v>53</c:v>
              </c:pt>
              <c:pt idx="28">
                <c:v>55</c:v>
              </c:pt>
              <c:pt idx="29">
                <c:v>57</c:v>
              </c:pt>
              <c:pt idx="30">
                <c:v>58</c:v>
              </c:pt>
              <c:pt idx="31">
                <c:v>60</c:v>
              </c:pt>
              <c:pt idx="32">
                <c:v>62</c:v>
              </c:pt>
              <c:pt idx="33">
                <c:v>64</c:v>
              </c:pt>
              <c:pt idx="34">
                <c:v>66</c:v>
              </c:pt>
              <c:pt idx="35">
                <c:v>68</c:v>
              </c:pt>
              <c:pt idx="36">
                <c:v>70</c:v>
              </c:pt>
              <c:pt idx="37">
                <c:v>72</c:v>
              </c:pt>
              <c:pt idx="38">
                <c:v>74</c:v>
              </c:pt>
              <c:pt idx="39">
                <c:v>76</c:v>
              </c:pt>
              <c:pt idx="40">
                <c:v>78</c:v>
              </c:pt>
              <c:pt idx="41">
                <c:v>80</c:v>
              </c:pt>
              <c:pt idx="42">
                <c:v>82</c:v>
              </c:pt>
              <c:pt idx="43">
                <c:v>84</c:v>
              </c:pt>
              <c:pt idx="44">
                <c:v>86</c:v>
              </c:pt>
              <c:pt idx="45">
                <c:v>88</c:v>
              </c:pt>
              <c:pt idx="46">
                <c:v>90</c:v>
              </c:pt>
              <c:pt idx="47">
                <c:v>92</c:v>
              </c:pt>
              <c:pt idx="48">
                <c:v>94</c:v>
              </c:pt>
              <c:pt idx="49">
                <c:v>96</c:v>
              </c:pt>
              <c:pt idx="50">
                <c:v>97</c:v>
              </c:pt>
              <c:pt idx="51">
                <c:v>99</c:v>
              </c:pt>
              <c:pt idx="52">
                <c:v>101</c:v>
              </c:pt>
              <c:pt idx="53">
                <c:v>103</c:v>
              </c:pt>
              <c:pt idx="54">
                <c:v>105</c:v>
              </c:pt>
              <c:pt idx="55">
                <c:v>107</c:v>
              </c:pt>
              <c:pt idx="56">
                <c:v>109</c:v>
              </c:pt>
              <c:pt idx="57">
                <c:v>111</c:v>
              </c:pt>
              <c:pt idx="58">
                <c:v>113</c:v>
              </c:pt>
              <c:pt idx="59">
                <c:v>115</c:v>
              </c:pt>
            </c:numLit>
          </c:cat>
          <c:val>
            <c:numLit>
              <c:formatCode>0.0</c:formatCode>
              <c:ptCount val="60"/>
              <c:pt idx="0">
                <c:v>5.093108939036028E-07</c:v>
              </c:pt>
              <c:pt idx="1">
                <c:v>4.666364361582964E-07</c:v>
              </c:pt>
              <c:pt idx="2">
                <c:v>4.0727198324930214E-07</c:v>
              </c:pt>
              <c:pt idx="3">
                <c:v>4.0754824226496567E-07</c:v>
              </c:pt>
              <c:pt idx="4">
                <c:v>3.815424918229837E-07</c:v>
              </c:pt>
              <c:pt idx="5">
                <c:v>4.236311497152201E-07</c:v>
              </c:pt>
              <c:pt idx="6">
                <c:v>4.168916234448261E-07</c:v>
              </c:pt>
              <c:pt idx="7">
                <c:v>3.961282004638633E-07</c:v>
              </c:pt>
              <c:pt idx="8">
                <c:v>4.624322400559322E-07</c:v>
              </c:pt>
              <c:pt idx="9">
                <c:v>4.1888660007316503E-07</c:v>
              </c:pt>
              <c:pt idx="10">
                <c:v>4.946929266225197E-07</c:v>
              </c:pt>
              <c:pt idx="11">
                <c:v>5.618149430119956E-07</c:v>
              </c:pt>
              <c:pt idx="12">
                <c:v>5.900502060285362E-07</c:v>
              </c:pt>
              <c:pt idx="13">
                <c:v>4.513746603151958E-07</c:v>
              </c:pt>
              <c:pt idx="14">
                <c:v>4.052874373883242E-07</c:v>
              </c:pt>
              <c:pt idx="15">
                <c:v>5.149868229636922E-07</c:v>
              </c:pt>
              <c:pt idx="16">
                <c:v>4.4334561266623496E-07</c:v>
              </c:pt>
              <c:pt idx="17">
                <c:v>4.412698331179854E-07</c:v>
              </c:pt>
              <c:pt idx="18">
                <c:v>4.846248202738934E-07</c:v>
              </c:pt>
              <c:pt idx="19">
                <c:v>4.4306284507911187E-07</c:v>
              </c:pt>
              <c:pt idx="20">
                <c:v>4.848471917284769E-07</c:v>
              </c:pt>
              <c:pt idx="21">
                <c:v>4.3617174583232554E-07</c:v>
              </c:pt>
              <c:pt idx="22">
                <c:v>3.9663171946813236E-07</c:v>
              </c:pt>
              <c:pt idx="23">
                <c:v>4.609484278716991E-07</c:v>
              </c:pt>
              <c:pt idx="24">
                <c:v>4.889095635007834E-07</c:v>
              </c:pt>
              <c:pt idx="25">
                <c:v>5.701715508621419E-07</c:v>
              </c:pt>
              <c:pt idx="26">
                <c:v>4.2812882838916266E-07</c:v>
              </c:pt>
              <c:pt idx="27">
                <c:v>4.6282977450573526E-07</c:v>
              </c:pt>
              <c:pt idx="28">
                <c:v>5.460133252199739E-07</c:v>
              </c:pt>
              <c:pt idx="29">
                <c:v>7.903290679678321E-07</c:v>
              </c:pt>
              <c:pt idx="30">
                <c:v>5.880020808035624E-07</c:v>
              </c:pt>
              <c:pt idx="31">
                <c:v>5.037643404648406E-07</c:v>
              </c:pt>
              <c:pt idx="32">
                <c:v>4.4217765093890193E-07</c:v>
              </c:pt>
              <c:pt idx="33">
                <c:v>4.7027791083564807E-07</c:v>
              </c:pt>
              <c:pt idx="34">
                <c:v>5.362610409065383E-07</c:v>
              </c:pt>
              <c:pt idx="35">
                <c:v>6.129785106168129E-07</c:v>
              </c:pt>
              <c:pt idx="36">
                <c:v>1.0884918083320372E-05</c:v>
              </c:pt>
              <c:pt idx="37">
                <c:v>0.9998123049736023</c:v>
              </c:pt>
              <c:pt idx="38">
                <c:v>0.9999657869338989</c:v>
              </c:pt>
              <c:pt idx="39">
                <c:v>0.9999856948852539</c:v>
              </c:pt>
              <c:pt idx="40">
                <c:v>0.9999948740005493</c:v>
              </c:pt>
              <c:pt idx="41">
                <c:v>0.9999964237213135</c:v>
              </c:pt>
              <c:pt idx="42">
                <c:v>0.999995231628418</c:v>
              </c:pt>
              <c:pt idx="43">
                <c:v>0.9999973773956299</c:v>
              </c:pt>
              <c:pt idx="44">
                <c:v>0.9999973773956299</c:v>
              </c:pt>
              <c:pt idx="45">
                <c:v>0.9999972581863403</c:v>
              </c:pt>
              <c:pt idx="46">
                <c:v>0.9999974966049194</c:v>
              </c:pt>
              <c:pt idx="47">
                <c:v>0.9999969005584717</c:v>
              </c:pt>
              <c:pt idx="48">
                <c:v>0.9999971389770508</c:v>
              </c:pt>
              <c:pt idx="49">
                <c:v>0.9999966621398926</c:v>
              </c:pt>
              <c:pt idx="50">
                <c:v>0.9999964237213135</c:v>
              </c:pt>
              <c:pt idx="51">
                <c:v>0.9999967813491821</c:v>
              </c:pt>
              <c:pt idx="52">
                <c:v>0.9999960660934448</c:v>
              </c:pt>
              <c:pt idx="53">
                <c:v>0.9999957084655762</c:v>
              </c:pt>
              <c:pt idx="54">
                <c:v>0.999995231628418</c:v>
              </c:pt>
              <c:pt idx="55">
                <c:v>0.9999946355819702</c:v>
              </c:pt>
              <c:pt idx="56">
                <c:v>0.9999958276748657</c:v>
              </c:pt>
              <c:pt idx="57">
                <c:v>0.999996542930603</c:v>
              </c:pt>
              <c:pt idx="58">
                <c:v>0.9999949932098389</c:v>
              </c:pt>
              <c:pt idx="59">
                <c:v>0.9999953508377075</c:v>
              </c:pt>
            </c:numLit>
          </c:val>
          <c:smooth val="0"/>
        </c:ser>
        <c:ser>
          <c:idx val="1"/>
          <c:order val="1"/>
          <c:tx>
            <c:v>True label</c:v>
          </c:tx>
          <c:spPr>
            <a:ln xmlns:a="http://schemas.openxmlformats.org/drawingml/2006/main" w="19050">
              <a:solidFill>
                <a:srgbClr val="0F172A"/>
              </a:solidFill>
              <a:prstDash val="dash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60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19</c:v>
              </c:pt>
              <c:pt idx="11">
                <c:v>21</c:v>
              </c:pt>
              <c:pt idx="12">
                <c:v>23</c:v>
              </c:pt>
              <c:pt idx="13">
                <c:v>25</c:v>
              </c:pt>
              <c:pt idx="14">
                <c:v>27</c:v>
              </c:pt>
              <c:pt idx="15">
                <c:v>29</c:v>
              </c:pt>
              <c:pt idx="16">
                <c:v>31</c:v>
              </c:pt>
              <c:pt idx="17">
                <c:v>33</c:v>
              </c:pt>
              <c:pt idx="18">
                <c:v>35</c:v>
              </c:pt>
              <c:pt idx="19">
                <c:v>37</c:v>
              </c:pt>
              <c:pt idx="20">
                <c:v>39</c:v>
              </c:pt>
              <c:pt idx="21">
                <c:v>41</c:v>
              </c:pt>
              <c:pt idx="22">
                <c:v>43</c:v>
              </c:pt>
              <c:pt idx="23">
                <c:v>45</c:v>
              </c:pt>
              <c:pt idx="24">
                <c:v>47</c:v>
              </c:pt>
              <c:pt idx="25">
                <c:v>49</c:v>
              </c:pt>
              <c:pt idx="26">
                <c:v>51</c:v>
              </c:pt>
              <c:pt idx="27">
                <c:v>53</c:v>
              </c:pt>
              <c:pt idx="28">
                <c:v>55</c:v>
              </c:pt>
              <c:pt idx="29">
                <c:v>57</c:v>
              </c:pt>
              <c:pt idx="30">
                <c:v>58</c:v>
              </c:pt>
              <c:pt idx="31">
                <c:v>60</c:v>
              </c:pt>
              <c:pt idx="32">
                <c:v>62</c:v>
              </c:pt>
              <c:pt idx="33">
                <c:v>64</c:v>
              </c:pt>
              <c:pt idx="34">
                <c:v>66</c:v>
              </c:pt>
              <c:pt idx="35">
                <c:v>68</c:v>
              </c:pt>
              <c:pt idx="36">
                <c:v>70</c:v>
              </c:pt>
              <c:pt idx="37">
                <c:v>72</c:v>
              </c:pt>
              <c:pt idx="38">
                <c:v>74</c:v>
              </c:pt>
              <c:pt idx="39">
                <c:v>76</c:v>
              </c:pt>
              <c:pt idx="40">
                <c:v>78</c:v>
              </c:pt>
              <c:pt idx="41">
                <c:v>80</c:v>
              </c:pt>
              <c:pt idx="42">
                <c:v>82</c:v>
              </c:pt>
              <c:pt idx="43">
                <c:v>84</c:v>
              </c:pt>
              <c:pt idx="44">
                <c:v>86</c:v>
              </c:pt>
              <c:pt idx="45">
                <c:v>88</c:v>
              </c:pt>
              <c:pt idx="46">
                <c:v>90</c:v>
              </c:pt>
              <c:pt idx="47">
                <c:v>92</c:v>
              </c:pt>
              <c:pt idx="48">
                <c:v>94</c:v>
              </c:pt>
              <c:pt idx="49">
                <c:v>96</c:v>
              </c:pt>
              <c:pt idx="50">
                <c:v>97</c:v>
              </c:pt>
              <c:pt idx="51">
                <c:v>99</c:v>
              </c:pt>
              <c:pt idx="52">
                <c:v>101</c:v>
              </c:pt>
              <c:pt idx="53">
                <c:v>103</c:v>
              </c:pt>
              <c:pt idx="54">
                <c:v>105</c:v>
              </c:pt>
              <c:pt idx="55">
                <c:v>107</c:v>
              </c:pt>
              <c:pt idx="56">
                <c:v>109</c:v>
              </c:pt>
              <c:pt idx="57">
                <c:v>111</c:v>
              </c:pt>
              <c:pt idx="58">
                <c:v>113</c:v>
              </c:pt>
              <c:pt idx="59">
                <c:v>115</c:v>
              </c:pt>
            </c:numLit>
          </c:cat>
          <c:val>
            <c:numLit>
              <c:formatCode>0.0</c:formatCode>
              <c:ptCount val="60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1</c:v>
              </c:pt>
              <c:pt idx="42">
                <c:v>1</c:v>
              </c:pt>
              <c:pt idx="43">
                <c:v>1</c:v>
              </c:pt>
              <c:pt idx="44">
                <c:v>1</c:v>
              </c:pt>
              <c:pt idx="45">
                <c:v>1</c:v>
              </c:pt>
              <c:pt idx="46">
                <c:v>1</c:v>
              </c:pt>
              <c:pt idx="47">
                <c:v>1</c:v>
              </c:pt>
              <c:pt idx="48">
                <c:v>1</c:v>
              </c:pt>
              <c:pt idx="49">
                <c:v>1</c:v>
              </c:pt>
              <c:pt idx="50">
                <c:v>1</c:v>
              </c:pt>
              <c:pt idx="51">
                <c:v>1</c:v>
              </c:pt>
              <c:pt idx="52">
                <c:v>1</c:v>
              </c:pt>
              <c:pt idx="53">
                <c:v>1</c:v>
              </c:pt>
              <c:pt idx="54">
                <c:v>1</c:v>
              </c:pt>
              <c:pt idx="55">
                <c:v>1</c:v>
              </c:pt>
              <c:pt idx="56">
                <c:v>1</c:v>
              </c:pt>
              <c:pt idx="57">
                <c:v>1</c:v>
              </c:pt>
              <c:pt idx="58">
                <c:v>1</c:v>
              </c:pt>
              <c:pt idx="59">
                <c:v>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A89ED-FDA3-4065-966E-03CF64B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258EF-7B5D-4F48-BBF2-5CF5A709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7DAD0-471B-4A89-9D58-BC02E8F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69A43-9777-4338-8B93-E5AB51F3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结题报告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B6AEF-BE35-4816-BCD8-33DDD5B0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轴承 PHM 算法复现与实验系统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4BB88-F780-49E3-AA90-19CD86E6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面向 PHM2012 RUL 预测与 XJTU-SY 故障诊断的可复现实验框架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5052A-C446-4631-9421-0DEAFC84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AB521-FBB4-489F-8EBC-380F955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492AF-CA7E-429A-90F4-B49D8BC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Python 3.11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E4568-47C1-4C39-8D15-D7CCA107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4AA42-FCF7-41CF-9C53-E8DF0C62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8F1F6-7053-4B09-9EF5-D4739464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uv + torch 2.10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EBF28-B1A9-4F32-93FC-91978CB9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8F161-8800-49E5-A324-2945FE85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DBCC6-A3A7-4ADF-86A0-39F88097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Notebook reproductions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AF218-BAF4-4BB3-A737-09E45198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AB77F-FC1E-4B1C-9156-913A9A73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60B1B-9524-444D-90DC-037B899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phm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3E545-685F-48FD-8EDC-9BB2F2BA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766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8BB8D-B9CF-4A68-B82D-943E7CF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371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系统核心对象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0C382-4F95-472E-8CE5-76867502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288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E6C60-92C0-4ED1-B29E-8355B17C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288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0BFCB-6428-45E7-9E15-F1F35476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05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Data Loader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E11F8-1361-4460-8E50-7BE6C358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145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PHM2012 / XJTU-SY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AF430-0303-4DC9-8B66-3E2CC9B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59AB1-2371-4A80-9540-2CCA464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09D2F-B161-4D3A-A2AB-093E555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527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Feature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F498E-2DE1-461C-8BC5-655A942B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62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FFT / time / spectral / band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9C8E4-BA4B-4A85-BC17-CB15A26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9BFA2-657C-451F-8AEC-0F52B123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D7034-93DA-4B08-AB96-22D5D2CF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Trainer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90B45F-AF97-4C23-BF12-7CE09024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BaseTrainer + callbacks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8B3A83-E254-4692-8FAB-E8881A4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71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402AA-6AFF-4C96-93AB-7D2AB45B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71900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CFE9BE-8C48-4398-AB48-C9125B8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48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Paper Models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DF611-0BB1-45EF-8601-49EE8A6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57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CBAM-CNN-LSTM / ResCNN-LSTM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A82739-6D0B-49D9-907E-093D756D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2026 · USTC.SSE.BearingPrediction</a:t>
            </a:r>
          </a:p>
        </p:txBody>
      </p:sp>
    </p:spTree>
    <p:extLst>
      <p:ext uri="{BB962C8B-B14F-4D97-AF65-F5344CB8AC3E}">
        <p14:creationId xmlns:p14="http://schemas.microsoft.com/office/powerpoint/2010/main" val="1734689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A530A-DC5F-449E-93BE-61C7A1F2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D9659-66A6-4CB2-A3BF-7FB8648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PROJECT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C6EE6-3D67-4B9E-9F65-CD59B8E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系统作用：把轴承 PHM 实验变成可复现流程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DFBD2-6E75-454B-9140-0547DDB9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README.md, examples notebooks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8B365-368C-4D50-A2FA-3814B94A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B51DB-B6C4-4966-AC33-0609AE0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86C91-8389-46D7-AFCB-F88BDD60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236AB-E674-43D6-AA86-1887AC5D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研究复现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36DE3-8C50-485C-8DEE-BF96C88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围绕论文主线，把数据读取、特征处理、模型训练、指标输出固定成可重复执行的 notebook。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BD873-1968-4FF6-817F-BE5282B6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525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0101E-BD3F-43A8-A7DF-5ECD86C6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525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A5E15-E705-4FAA-8D88-693F330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实验统一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B79C2-6DC6-47EC-A485-3C411B9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使用同一套 Loader、Processor、Dataset、Trainer、Metric 接口，减少每篇论文从零拼实验脚手架的成本。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A8C5D-03E2-485F-9E0B-C057D71B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885DB-C3D4-41D4-8E86-AD152C9F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FDDD5-BAD7-4DAE-A597-BDE5BAD1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答辩展示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0F9C8-9B0A-4021-83A1-F5B9597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缓存、checkpoint、曲线、热力图和指标表都能从同一产物链生成，便于解释系统能力与实验结论。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86A34-E066-4587-9FDC-4D324C0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一句话定位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3340D-FE38-4F32-8BB4-A06731B5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本项目不是通用大而全 PHM 平台，而是面向轴承数据集和论文复现的轻量实验系统：保留必要抽象，重点保证数据路径、特征、训练和结果可追踪。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AF794-E7A2-4A6A-BBE2-52FF24A8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009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B9ADE-A794-4603-BCE3-E23C6B2B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528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A56A6-59FA-485A-8FF0-87727E10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6240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3B681-8D9F-4E22-840F-04CA906D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PHM2012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DD960-AA48-40E5-A599-7756398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38550"/>
            <a:ext cx="1009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F5ECC-F013-46DE-8018-A5D39E2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528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诊断任务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0A907-5F23-46FB-A0A0-FA2CEEE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96240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A1724-F1E8-4815-AEBC-F0DD3679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3434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XJTU-SY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837E16-A0CC-48F5-9773-6B9280A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1009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B59181-189F-4D40-AA88-22475CF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149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单测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65504-EB1F-4376-A5A3-7614AFC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244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0DA3F4-C90A-4C6E-B4C5-CC17A49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054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unittest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2B584-9EA4-4E95-AC3A-72719B96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00600"/>
            <a:ext cx="1009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5BD9A5-13B0-4C37-88EF-93BCB812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9149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论文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308A05-41B2-4F9A-B8AE-AEF4D710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1244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74E4EB-D07A-4EC9-A3F7-74DB43F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5054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local PDFs</a:t>
            </a:r>
          </a:p>
        </p:txBody>
      </p:sp>
    </p:spTree>
    <p:extLst>
      <p:ext uri="{BB962C8B-B14F-4D97-AF65-F5344CB8AC3E}">
        <p14:creationId xmlns:p14="http://schemas.microsoft.com/office/powerpoint/2010/main" val="1203658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59D367-14DF-4B65-8209-84694BE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0827A-EF8B-4458-9D21-E46BFA4F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02F1B-9D1C-4FE2-9F5F-4C73B648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端到端工作流：从原始振动信号到复现图表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F4F9D-8218-4727-BB68-66FE9D4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src/USTC/SSE/BearingPrediction, examples/3-papers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D8132-913A-4F35-89E2-CB6AD73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52006-EE68-4A48-BC89-45206E5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0389D-71A7-4F9A-9D06-A505F3AD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771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28DF9-C20C-4000-9106-901636D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BD4C2-93C2-4199-B4B3-C7BE7BA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PHM2012Loader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XJTULoader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710EC-8CEA-435B-AE6D-4F616857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012D6-9592-46AD-B2B2-46909DD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1771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90BD4-629D-41D8-8109-D76B077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特征缓存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A7265-D7A2-4224-A26C-98A60A64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Hann FFT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时域/频域/频带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691ED-B3AA-400F-A076-CF036B8B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66900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79C34-0767-44E9-9EC3-F20937F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66900"/>
            <a:ext cx="1771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E02F4-A132-43D5-84C7-56F7BBF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序列样本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424CD-E8BE-4FDC-880A-D7B0E14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SequenceFeatureDataset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窗口化张量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E34A7-56E9-4241-96C5-FB37ADD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A2604-4634-4071-8E4D-FC7B5BB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1771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A9E74-2832-411E-98D6-6ADCFA2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训练器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95A01-1AF1-417F-9085-1707979E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BaseTrainer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loss/optimizer/callback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79EE-8380-4EEF-BD13-72CEAA8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66900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CFEC8-311F-49A4-AC8D-07A7C75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66900"/>
            <a:ext cx="1771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49600-3B3F-40B5-8689-08CAC39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评估展示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FC31E-C338-47D3-9946-D233BBA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MSE / F1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曲线/热力图/矩阵</a:t>
            </a:r>
          </a:p>
        </p:txBody>
      </p:sp>
      <p:cxnSp>
        <p:nvCxnSpPr>
          <p:cNvPr id="6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52700" y="2476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24400" y="2476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896100" y="2476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067800" y="24765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1DAAD-7366-42E6-B8A0-ACE32B3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572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5A305-62EE-487A-A744-2D6116E1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示例调用保持 phm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BC172-7947-45FC-80BA-36C82CEB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from phm.data.paper import SequenceFeatureDataset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from phm.model.paper import PaperCBAMCNNLSTMRegressor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from phm.engine.trainer.BaseTrainer import BaseTrainer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6A60DD-BF83-490D-B243-84039853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4648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B3DACA-C0C9-45D4-80D9-76569828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实验产物闭环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9DB7D1-F688-4AAC-92A9-DBCF6BF1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05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cache/paper_features/*.npz  保存特征和 metadata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cache/paper_checkpoints/*.pt  保存模型与标准化器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examples/3-papers/*.ipynb  记录指标、图与复现实验过程</a:t>
            </a:r>
          </a:p>
        </p:txBody>
      </p:sp>
    </p:spTree>
    <p:extLst>
      <p:ext uri="{BB962C8B-B14F-4D97-AF65-F5344CB8AC3E}">
        <p14:creationId xmlns:p14="http://schemas.microsoft.com/office/powerpoint/2010/main" val="862116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70ECE-B271-4683-951C-0F896B4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C05A5-B390-454F-B725-AF3778FE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702D-7082-4B95-96D0-29B9D659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UML 架构图：包结构与主要依赖关系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56308-199B-4504-9CB0-B2953D06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src/USTC/SSE/BearingPrediction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8DA2D-43E5-4920-8C2A-2688B27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E7931-03B2-4FA9-9B5C-30D712A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952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5A78A-E7A9-4481-8A11-65BF384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2921A-1516-41E8-993F-541C88A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724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42FE7-BD1E-4A4A-8101-E0ADE11D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685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guide/demo/paper notebooks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import phm.*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D44C0-31DB-4C86-AB62-38EAF6FE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526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6918E-2E90-46B0-8C8F-E21B89E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B1B4F-C81D-4794-9D33-1F23DF7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33475"/>
            <a:ext cx="1724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data.loader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8A287-B269-4874-ADE6-EE0D4445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66850"/>
            <a:ext cx="1685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PHM2012Loader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XJTULoader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ABCLoader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17E08-FB90-4D8E-965D-0972A79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19526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1B9B-C42E-4D11-AFB2-A594E3FF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3C3DA-738B-41DF-B286-2B616E2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66975"/>
            <a:ext cx="1724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data.process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F42FD-BA54-43D5-BEF8-68F0BD58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16859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FFTMagnitudeProcessor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TimeDomainFeatureProcessor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SpectralFeatureProcessor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FrequencyBandEnergyProcessor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4B898-71A8-44AC-A918-9EEB037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386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B4BFD-04F0-4958-94B4-06D225F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386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93018-3EDF-44B2-9FF7-57A475FD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05275"/>
            <a:ext cx="1724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data.paper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B7599-FA30-44AD-853A-A9ACFFD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38650"/>
            <a:ext cx="1685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build_*_feature_cache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SequenceFeatureDataset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training_artifacts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1431B-D83D-4816-959C-B2ADE41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64AE0-5E24-4CB8-BE6B-01437C2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5B181-A34C-4ED9-95DF-2A0A29A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24025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model.paper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433F3-6D47-4C1E-B6B6-D90E9B94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PaperCBAMCNNLSTMRegressor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ResCNNLSTMClassifier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CBAM1D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4A1C2-23A3-4857-A681-9148B6C3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B6BA0-7F3B-46E9-A9ED-148DE527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E2654-1B9E-4D3B-80D7-72BFD6E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48075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engine.trainer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2E4B5-64D4-4B70-8C3A-96F3D98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814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BaseTrainer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callbacks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external DataLoader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9C32C-D3C9-4529-8F12-4C00E766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573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A8A59-F2E0-40D0-A5D0-88A5C4FE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57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85CD2-3EBE-4AA4-BB59-3A9E9110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24025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engine.metric / Evaluator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A27379-CC62-45A2-93F5-6C291221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MSE / RMSE / MAE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Accuracy / WeightedF1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PHM2012Score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52491C-768D-499F-9A5C-849678C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D44C7-62D3-4548-978A-5E8353BD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DBF292-C114-4E88-BCA8-58EDE11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00475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cache / outputs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A50CA4-7A3B-4D12-A35E-28116199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features .npz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checkpoints .pt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PPT / notebooks</a:t>
            </a:r>
          </a:p>
        </p:txBody>
      </p: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38425" y="1562100"/>
            <a:ext cx="6000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214813" y="20574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86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214813" y="36957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87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5191125" y="2286000"/>
            <a:ext cx="733425" cy="2352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88" name=""/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019925" y="29146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89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8115300" y="2257425"/>
            <a:ext cx="80010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90" name=""/>
          <p:cNvCxnSpPr>
            <a:stCxn xmlns:a="http://schemas.openxmlformats.org/drawingml/2006/main" id="26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115300" y="4133850"/>
            <a:ext cx="80010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91" name=""/>
          <p:cNvCxnSpPr>
            <a:stCxn xmlns:a="http://schemas.openxmlformats.org/drawingml/2006/main" id="1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5191125" y="4286250"/>
            <a:ext cx="3724275" cy="5143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2B8C9B-FA46-4059-AD45-316A757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映射关系：pyproject 将 src/USTC/SSE/BearingPrediction 暴露为 phm 包，notebook 使用 from phm... 导入。</a:t>
            </a:r>
          </a:p>
        </p:txBody>
      </p:sp>
    </p:spTree>
    <p:extLst>
      <p:ext uri="{BB962C8B-B14F-4D97-AF65-F5344CB8AC3E}">
        <p14:creationId xmlns:p14="http://schemas.microsoft.com/office/powerpoint/2010/main" val="878978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1C7FA-2A40-4AED-BC12-BDCD607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13F8D-EF07-4297-8E63-483DEA12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DATA &amp; PAPERS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77BE2-5F47-4848-B9C9-FE526941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数据集与论文主线：只聚焦轴承任务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38620-48F3-486E-9BF4-A4EC30FE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Sources: docs/papers/README.md, cache metadata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14CF5-7602-4DD2-A1DA-B83350D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742950" y="1352550"/>
          <a:ext xmlns:a="http://schemas.openxmlformats.org/drawingml/2006/main" cx="10725150" cy="1428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19200"/>
                <a:gridCol w="1428750"/>
                <a:gridCol w="2381250"/>
                <a:gridCol w="2095500"/>
                <a:gridCol w="2476500"/>
              </a:tblGrid>
              <a:tr h="4762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数据集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论文主线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输入特征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主要指标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RUL 预测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PHM2012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CBAM-CNN-LSTM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单通道 FFT256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MSE / RMSE / MAE / R2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故障诊断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XJTU-SY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ResCNN-LSTM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双通道 552 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Accuracy / F1 / Confusion Matrix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87D58-024B-40CC-85DE-FC135057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953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AA753-8FB2-4FFC-A6CA-7659EC49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E38A8-DD6B-4F3A-92D9-EF4959D1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PHM2012 RUL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22C54-ECEC-40FE-8C3E-7CA49051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552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对每个 acc 文件提取水平通道特征，用剩余寿命归一化标签训练序列回归模型。论文参考：Sun et al., Sensors 2025。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DD059-98A5-4EC2-843B-BA68FAA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953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C17AD-7D76-4AEE-BD2D-310CD59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C79C1-AA40-4E47-96B8-7398E668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XJTU-SY 故障诊断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EDC8F-762C-4AA6-9389-F9057C8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4552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基于 3σ FOT 把全寿命样本划分为 Healthy/Faulty，复现论文中的 ResCNN-LSTM 主线对比。论文参考：Qiao et al., IJPHM 2025。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6701B-B561-44C4-9736-6270078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3E72D-957B-4E9C-8C6B-76DF5DEA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768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PHM2012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0990E-D99E-4B88-A698-DD97133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24,889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239C-46B7-42D9-B850-3F9B8EA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674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feature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8D97C-4E30-46F9-8433-BD834207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625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F0758-A914-4A42-8FFB-DF5A8FE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A553E-02F6-446E-9888-4BC3408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864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17,014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22358-302B-403A-B13A-154C824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674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AA50B-AF4E-4CB4-99E8-1302FFDB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625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AA66C-CD61-419E-85CA-298C6679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768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XJTU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D2D1E-97A4-4145-AE07-D95ABA3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9,216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A03E4-C94C-481F-90BF-625FAE4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674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feature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54E0CD-8F87-42E5-B59D-B3929672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625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0B44D1-5CC5-4B5D-A33F-AAF2245A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768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Fault windows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AD1F3-BBF1-476D-B782-2C9E1029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864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1,366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5F784-B3F4-4CFC-B860-09EF11D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674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3539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630BDD-977E-4473-9ED4-0CF20C9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5CDFA-F813-4399-873C-B9349BD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C68FE-2D20-469B-B61A-2C93BEF2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特征分析：从振动信号到模型输入张量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35154-8766-4914-8C60-5E1731F6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phm.data.paper.extract_feature_vector, cache/deck-data.json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09F5C-61F8-421A-83B6-749C18F2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CFBA4-917E-4CCE-A321-99E7BD6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A17B9-40D5-4CD0-81E3-33EFAF03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特征维度构成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BEE8D-B472-4646-AE0B-B6B9AE47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41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为论文主线 FFT-only；Fault 额外拼接统计特征</a:t>
            </a:r>
          </a:p>
        </p:txBody>
      </p:sp>
      <p:graphicFrame>
        <p:nvGraphicFramePr>
          <p:cNvPr id="934" name="Chart"/>
          <p:cNvGraphicFramePr/>
          <p:nvPr/>
        </p:nvGraphicFramePr>
        <p:xfrm>
          <a:off xmlns:a="http://schemas.openxmlformats.org/drawingml/2006/main" x="933450" y="1924050"/>
          <a:ext xmlns:a="http://schemas.openxmlformats.org/drawingml/2006/main" cx="4343400" cy="2628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90bc2b377f4ea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D93CE-970E-4775-97DB-9E9AE563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14450"/>
            <a:ext cx="54483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70635-DA90-4E28-8C27-2CBCCAB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Bearing1_3 FFT 热力图抽样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006A0-0CA1-49B9-A06F-D91D1DF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横轴为寿命过程采样，纵轴为 256 个 FFT bin 合并后的频段；颜色越深表示 log 幅值越高。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7B903-2DFB-404D-8635-C6661F3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DC4E8-9D28-4E12-AEFA-C51151B3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0F622-B140-4154-829E-6625559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2EE5F-93A6-495F-BC1A-BA52CEF8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3B320-B4C9-4473-BC68-35D104D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5EA52-54DB-4718-8661-046C76BE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909BB-A5B5-4898-A01A-8A44ED4B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A6B44-C0A6-47C7-833F-6DE820FA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11EE1-CD54-44E5-99D8-4289BF9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F20D2-7C10-4133-A63B-778A3B1F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F56C5-11F9-48CE-948C-011CB2B9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92DE-C97D-44A0-AD3E-254E091A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61769-09BB-4E70-AD55-C1220985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C9C91-5700-4426-A36E-4215C104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4E923-FAFC-4CD3-8742-97E7A0F9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240A8-E5B8-4266-A226-D15B438C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ACE2DA-5C90-40EC-84E0-14254724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5EAF6-3720-421C-A771-E7B9C2F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B81C6-9D16-43A4-8031-C98A2A4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3FA9F-D7D9-4D38-96CD-57349FD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C42F6F-0303-42EB-AC73-59842380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895C27-7DA6-4E13-9B0E-5B3A134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CF37FC-EBBF-475E-A72A-EA6FD23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BBB0D-2458-4763-8D74-A588538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7046F6-7160-474F-9689-9F79990F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4632B6-0570-4D5A-ACC1-DA30EBBD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A7299-BCEB-4771-A86D-3B83C87A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2DC52C-2C65-456B-BD7A-C615C24C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863D7E-D5B1-41A2-BC02-8A21538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F0A21E-01CA-4E07-9025-B664DD39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F72C85-418B-4067-8DA1-97F9FECE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5BF824-4372-4A76-A6CA-6B372698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07645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ADF230-639D-4058-BB10-BA3FA17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089F50-A4BE-4746-A672-0D6E9BB4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682A14-8DBE-4394-8FD2-1BA75C0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05CF0F-65CE-4E32-8F47-FE3D7783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79E2F5-175A-4AFC-B678-15ECEA4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F99CAB-36C6-4B90-A60C-2863656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2A8636-CD9C-450B-B754-54936B6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D5E51C-427E-4C3C-8B4B-21FFCB3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A64F4B-B014-45BA-B58A-CC0FA6D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8BDF40-74B8-4009-A182-8C0ED101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7E9978-67DF-48D9-9F30-FD951306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D3A235-BC0D-42F2-BF32-F36A98DD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0F29C7-21FC-42AC-BB91-2489D938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AC444C-2C04-4983-BBC1-6C910C4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072055-7F60-4B45-9253-D85E2FE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754077-A5E7-4241-AE67-45F5E25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994AD1-6B5C-46E9-B4A1-092C386E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0523A2-E6EC-418E-8AB7-6523D33C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4B861A-AF32-4A0C-91D8-D1A41612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A03C8D-D1D9-4C4C-9170-3915654C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CAF2CA-965A-4D4D-94A1-109B1E70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3BAE02-7024-458B-BF08-40D3EA2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EF475F-9AA7-4081-A978-5F4F98B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73601B-0F0F-4E87-9C66-BE7E210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72BDBB-CCE3-4A02-A026-0BAD23F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29BC89-735D-4687-B860-C46B91B3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E2FE10-C8A5-48CF-B76A-7B66A1CA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ADC116-6F04-46F7-A5A1-4CBB550A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099907-6144-4698-B551-2769214B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6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B743E7-FFAA-45DA-820D-05564EEC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8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92C4720-C727-4886-A305-A4E467D3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A4A20C-9274-4200-A964-FF0D2DB3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14652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F4FD77-454E-41E7-9D46-109E756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99AE82A-3313-446E-85AA-83FE6C87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F3D577-FC32-473E-857F-7AD3309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765784-223F-41E1-8F02-3174651A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0B64677-1465-4B2E-996A-88E274FB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6DC6F7C-E1D2-4750-A9A9-EEBED437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4A6292-B6A2-454A-A3B0-3AC1FDF6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653424F-A090-4928-85E7-EBCD456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9CF869-114E-44CC-8572-843ECEEC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B62901-B8E2-4145-A560-D83C7A6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20FAF30-9AA3-45BF-BF7E-273E7D06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CAAD3F-875B-4145-81C8-074D460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E13C04-79CD-4FD9-B2A2-B645A61B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0743404-4150-40ED-852E-7CDB252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85FF257-94E1-4819-8158-162D72FB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3739C4-9D7F-4B24-ADB7-0659D1A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E7B877-1B5D-4597-AAFE-92F2D042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7E3E14-58E8-4345-97D2-D86A031D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A581E7-E925-44FE-9348-74ACB492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8BD02F-CC8A-4ADF-9A79-910DEE85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7369B3-A200-4E54-9A7C-6B0E125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72355F-58E1-45BA-9927-CF092AFE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A0B892-1E7A-4B53-BAA1-479F4A1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096FAE-0BFE-42D1-9ADA-3D72807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2B8CD2B-117D-44B5-A662-55C1472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62F930-EEB9-4339-AA6E-595D9C8F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1707CF5-F2EC-452B-9401-EBACCCA5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9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6B296E-CD62-4C18-9366-A5CA72D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4125D16-6001-405B-98A7-4B0EBC60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46009AB-6DCF-44EF-AF56-3DD2ED1A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8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3355654-3DAA-489D-ADE6-EC265B25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E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087A7FF-D861-42DB-8956-84A6EACB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21660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003DD-8D2A-4CA5-9509-95C4FD27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1CC3455-1F42-4B65-BF7D-5D38065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650F672-FA44-4492-9F89-6DD04573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4451FD-C2A2-46B7-9DD7-28D09189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3B3C900-A3EC-40FA-B75D-E09A987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32C1528-C3BF-415D-87CB-A8A8381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C6DCB5F-96F8-46BE-A9EE-004E2606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9C79E3-3BBF-4F6C-ADAC-A838970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34FB42-1CFE-4B2D-9453-BD74DC4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1E39A57-AAEE-4410-BE39-C7A97B7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500AD30-CAC0-4F74-8386-5FE569B0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55ADE24-2D2A-4C74-92CC-D6AD5D0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78DD60F-F03F-4712-8892-1FE5853F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5585661-FCBE-4036-972B-715F3E0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D755FD-A29A-44FE-B802-629D28E9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22973C5-8311-45A5-A3C9-632538B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C7BD253-4076-4EC9-AABC-C826A5D6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93D3604-3C49-4732-9DC6-C5DFB7C5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A8A81C-C800-43AB-B4F5-C817ECC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E5A0F07-913C-4A2F-B8D5-3A18BFD2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3CDC894-E104-4972-BFF0-724A9B9B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81E573A-DC5B-40F2-9055-F57FFD11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F84846C-992B-475A-A713-CEF514C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86C92B9-6134-4D50-94FD-19FCDC5E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EF0A0E3-9152-45B4-8A33-3C5E4472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CBF632B-7E8E-4C3D-98EE-916B95A3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ACD117C-968D-4BEA-A7C4-C332A8CF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5B96429-F745-4193-A6C0-2A01555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A5EA7D0-6C3C-4875-8F0D-681DF11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22AD59C-20B6-4AF2-B442-2C5C9BE7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6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4AA5DF4-0232-47D5-B70A-C25A965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59E3EBC-95AA-47AC-AEFA-7D1114B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28668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A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96159C2-C3D8-4402-B92D-CCE6F9D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1F18705-38BE-416B-9CD7-A3B0445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5D25CD8-FB7D-4AB5-8047-6D7510F3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B1BBFE4-524B-4EF1-8972-82245D3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C6E6CE6-DEF0-4E9E-812D-69BCEC5D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5AC479E-9851-40AF-A97E-6CE5AFA0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F1B9092-CC05-4133-9D7C-222C0FB4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0963A84-D5FC-431D-A1A4-4C30C5CC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91433C7-4E05-4D92-B2AE-5840680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D66D5E2-0EB1-46E2-BC42-2282EA28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4D7CD48-1231-4777-82B2-727E07F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9EAB1BF-0C7A-47EC-88CA-6AAEE29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B3F1C9-175A-42A5-B919-C9E90F64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247785D-0A62-46E2-848B-36AEB16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AA59785-02E8-4A47-9F24-A46D7D45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943BDDC-B719-4D79-97C5-5424CC74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8EFE4CA-D3B7-4123-AE37-A1D375C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C3FD294-D30D-441C-A9B0-3FEDB01E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5398EC-1B70-4ACC-9108-57C2BE49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9596344-E16E-429E-94B5-762B7899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481073D-932F-4084-A077-1DAC28C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1B667DC-7041-4D13-8FA0-90975417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DD322A1-6B61-48F2-8C68-8C134C4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770149F-3720-4B0E-AB4C-C973592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C3A1CF9-97CE-4F28-BE24-465C2389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1332C5A-4897-4EF1-B146-52B5E00C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F92DD11-4445-4815-B904-B29A75B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225D132-61CC-40BD-B457-5B496F6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5E957CB-68F3-4E8B-9403-D6C1240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16C6B1D-356D-4F14-9922-3823DC80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5DD1DA8-0098-4A3A-A607-F883D59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9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3A6F230-4A2E-4DCE-B6B7-18A372F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356757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C02F8E0-8A0C-4E5C-961D-01C634DB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144CC31-6398-414E-9B5F-CCB1E1B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BC67B86-6010-4D03-90E6-F81F17C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0906B46-81F8-41F0-A8A7-EB165D1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126B52E-AFD7-4753-877C-34367AC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ACA68A8-3743-4C50-9DC0-97F4E40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FB1AA11-0AA0-45B5-8C21-29597AD5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4EB98B8-93E7-4FB0-B673-BD317C7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A51B30B-FC4E-40AD-BD19-2780695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DE56EA5-0A51-4441-BA3D-78E91C5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DB87544-4A1B-443F-8F2B-943C002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AC11D39-E786-4BF3-AA0F-502606F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79455BC-6ABE-4D56-B388-E025EFF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9384C5B-10E0-4DA6-9AE5-06DE0A8C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E008215-C97C-4228-A38F-D8C280F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7804B76-0471-463C-AF56-747BD8F7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6CA1924-5E9F-47E2-8B39-0986643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004861B-43B5-4830-880F-8079C8B7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EEDAE82-4411-4B86-8296-D7D2ABAC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6E56E97-CDC8-4CFC-BA6A-6D24383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AEE0B69-B79F-4FDE-A0C2-7203E24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ACE02005-A233-4F02-B397-663E7DAF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68E7F36-D77E-452C-A41E-51A60780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29766D9-84B9-48D2-830E-CA9B956B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A4F467D-CA34-401C-86EA-863AA06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114565C-291B-4B39-8889-75F336F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C7AD0B6-7476-4F1C-B9C0-0AA5B96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E440202-CAB9-409D-A679-CFD40858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407A4B2-678D-4305-A328-E1F4E221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6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DE93C73-3B1E-4FFC-91BA-5CF6BD8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8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59BFECE-3CDC-4941-A4EB-3666B5C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7E39BB3-164A-45F9-A3E0-5C10D156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42683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9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BCB476E-F4C9-4FD1-9933-777884B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1E2500E-3E24-48CB-9A94-A5F1B16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D5A5516-CD53-4CB7-B1D4-264608C0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C2EB938-EAF3-4714-85AA-B4559B9B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BC053C2-C73D-42CC-A8C0-64C14169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CC02F31-8D83-41FE-B845-34764DA1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C3F6C72-6A5A-427A-87D9-78A24BA4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5CA3D80-1B4B-45BA-A561-874AE1B9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A874587-0159-4F87-8A2E-E0722151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AD3D2115-088C-4FA2-B492-AA803CAE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072AEEA-9128-4671-951E-53F974C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82D2EB4-773C-432F-BE54-B76F18E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AD47D39-CB2F-45D8-8BCD-83AD9B71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B2A1A9A-A966-4D0C-B7DB-664C609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5C9207A-06BF-4C78-86A7-918C355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A0B9ACF-A666-49C3-AC82-A9FA4860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A658CCB-A47D-4FB6-8386-95A7387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2612385-DFAE-4203-9F3C-48F1659A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E6B42ED-0BD3-47AF-846F-E377AB4F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313995B-05F0-421A-91ED-3EFCED6B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0C9F44E-D608-40C8-A9BA-C9EAB23C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02E9A20-00E9-4717-9AE7-276AA13A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A71A559-AAEF-4544-BCB7-D034A64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B5165B7-167D-4F36-918F-9AB9C2B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80E4AFA-68D1-4FAC-8115-D80F9CE8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D7B1F56-312B-47D7-AE82-098DBE92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715B728-1B9E-4ED2-9CBF-919D97A0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D9F7967-26C6-473C-81BB-767ABFF9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1190ED3-27B1-4D0E-8551-2E3A3C44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6EB083A-C9DB-4AD2-9BB6-7EC24D0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0CD07DF-F84A-4A8A-8364-69250F9A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C68B8A5-AD38-4F37-B874-F4158D50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49691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91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0DC112E-D429-4040-AE3A-4EE21F3D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FB1F7E1-AC40-4651-9AAA-1C80D903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93E1A17-A51F-413F-8E73-09AC5B10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B53950D-FC4C-4E18-ACE4-160F12E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F91AC891-F82E-440E-90D7-3F4E07C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3BB95ED-4016-4049-B045-B9A39E4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1574DC2-3F9F-4CE9-B6AE-E96BBE71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16EE44D-A677-478D-AA71-6FAED0D5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F87327E-1528-4EDC-A9FB-F6FF051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5015E8B-80D1-452D-8C06-FA1A2202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8E948E4-11E5-45E3-9AC6-CDDE0B8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EFC1FC9-0995-4C7F-8287-B064047B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4D8DC89-A271-48D6-A42A-D56EA5F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C3197DD-C8FC-46F8-AE68-087FEF4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302A4DE-381A-4B4E-9B34-62F7387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A4DC841-D8A7-4A84-B18F-A1D7099E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A6159DA-B020-4C26-A801-E17DD81C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857287B-4F4A-47BD-9F42-E23500ED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11B14E5-805D-452C-8AE7-B930E280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701AF74-3451-408E-B129-C2354087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3D01C38-0A06-49D0-AC6E-C31893DD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5D071B5-24C8-4ED1-8E51-FE46658A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8812AB6-848F-405F-9FF0-51415BE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1406393-F63A-445E-BC6D-6F5AA76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EF3665C-A269-4C4C-B300-67C9232D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E9BFC9C-749B-464A-A89E-2DE4EDC9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6E6C5CA-5F2A-4833-8162-7886C355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BAD0898-91C6-4580-AD8F-108B1092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BF1ABE4-A9AE-40D4-BE3B-1F656F1F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E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12BCB7D-17CA-4AAC-B84E-31108A93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6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472DF17-CE00-489C-AE04-67B3A962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E1A5323-E20D-4D99-8849-155575F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56698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E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9C204D9-A41E-41A9-8B3B-68533C20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81ED8EB-4A54-49BF-B4FE-A96B4342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089C9C9-D51C-4A8F-B584-85A5235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A76663E-BA61-4D21-966B-18B12FED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96771FF-9BCB-4D52-86B8-73B3F96D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57C3478-5959-4FCC-AEEB-ED1B9128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F5BC28D-6B9E-4DA3-B010-2C578150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087D1CC-C7B8-4589-9EA9-D9F4AB4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6A914AA-E31D-4365-92D5-9681B9B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D29A355-02FD-42E2-B542-CA3D066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1D074F03-7291-4994-B6B5-C319D38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21A0CBC-12FA-409F-BF7E-56C8A13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50743A0-4516-40D7-976A-4509C33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7E6D37A-AD89-4BEE-9B53-76029C01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776ADB8-8736-4B0A-89EB-EDFFEBBF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A884184-F6EE-4386-9084-BCAB4D44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265F0F0-41DC-4954-9936-4B3B3CB7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E4772DA-8B52-4D09-A659-719B755B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CC66FCE-AA62-4737-9F7A-750ABD8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03A21CC-F196-4151-93F4-F43BAAA7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E097E4E3-9C7B-44C2-BE90-6E11227C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9FF93EF-FCCB-4C2F-BC0B-13120BAF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FA4C753-97CD-4A1C-B99F-18122BF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C1C64EB-5CA6-48A2-A65D-CC934653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F376AB5-F0E6-4BAA-8CF6-B980A9B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57D122A-E7D7-4A89-8C4B-7962E0C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88DB041-44D1-4341-A57E-2D0CDB68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84042FC2-0D8D-4980-ACD7-2B8F52A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F20299C-E9F3-4E39-964E-2FD7B5E7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C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D25079F-4A9F-4363-A6F6-763DE20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01A2D6C-AD36-418B-ACE1-9D7538C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F2C666EE-14AF-46D0-B798-93868029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637064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A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F8D73E4-FA6C-46F1-B9E0-7F1B10C2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9120244B-E5DC-4B28-9C5C-C2AAA19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60DD6A7-99F8-4D5D-8547-E96B738E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A1D7FD6-37EC-4AED-8293-21FCE91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F58732D-770A-4776-9C36-61B88E5A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1F66648-7703-45B6-8850-1388B250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11C7BE8-A5FD-4ECD-816E-BA05F6D9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7D43AC9-B829-4920-B0DA-93042B8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BE9EFF96-FAA0-4C8F-B441-4C641298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C48E748-E454-41AE-9B7C-4A406B7A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EAC7A45-C542-4F81-A7D3-7626544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A84A8CE-C139-4C8F-AFF7-AF4664B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A6C978F-A097-4320-9792-1FC10FEC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9229D5C-F302-4FC2-90D8-DD8B228D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55EDDF8-B91F-4FD5-9277-0B83102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1C33D739-817D-4CEB-9B3E-AEBF329A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FA6546B-ECFA-4240-A3EC-B77FA4E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068AB2C-AA3B-4497-944A-4588AE7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5AEC81E4-C1E7-4C0D-9B2F-83FE652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48091BE9-9D4F-4B43-B3D4-2C50218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884A3ED5-528E-4829-8DDF-09B1BC84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0C8C017-3B87-4FCC-BC3F-C3D1FB62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F6290F23-7B39-4135-9A96-4B0B0A06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A6A2307-05AD-45C4-8F71-3791ED5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DC44318-788B-4404-999E-F7D17530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EDFB727-281A-49E0-9148-C456E8FB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377C181-7EC5-45B4-AC1A-278244C3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420DE7D-0E37-475A-B84A-3D39217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71A369C-ED8D-4A75-8703-E1D2E41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6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03A7E6B-FA69-4F72-99A3-DADCFE7F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D5A8600-1B5E-4741-B9F4-B3F5200C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0BA23692-F80D-4BF7-A133-02746190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70714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5037730-E257-4F8B-8592-7FEA693D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2DA7BF7-DFF1-48F9-84CF-BBA25904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65C6514-69F7-40A0-A1D6-A9FFF1D4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80995CB6-53C6-4F58-BD69-36C1AF1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D91DE93-944B-4652-95D2-C3E38C2B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A7E4A65-79C1-44F4-8D19-E53F7975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D1E718F-4DAA-4372-84FA-58F0AA21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F25D17D-6B03-447B-BA95-9E4D30D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F5CD403-F8A8-469B-A6AE-210D330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ECA69391-561F-4F72-8B1A-1243CBA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531DF74-1291-4AB5-9F8F-A35C202B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62ED98CE-60FA-48CE-A026-4CBCC945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8F182A9D-B834-4470-B51C-CA20051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3003F78-DA32-4B2C-8291-D3210B6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C1ED785-F7E8-4BD7-9ABA-36B113B4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9791545-0183-495D-A26B-CC9533F1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B7AA90E8-1ADB-44AA-850B-22911F0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302CDA4-6470-4224-8400-292D072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507FD3C-3FD1-47D5-9D71-C464B5B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F3342F0-FF5E-4E33-A212-D0FB2D3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9AAFE84-43B2-4A48-B77B-008E3C2D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C6BC77D0-4B06-48AC-BF10-DC3D62C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13257B6C-1BDC-4C55-8082-866022B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6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3365D9C-6BE0-40ED-807E-4012F2DD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250F306-2F89-47E8-B084-61FB57E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57BDBFB-3DC2-485B-949B-815E0CFE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11E850E8-C8AC-4663-9786-82A1FB73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593C2DFB-3BE7-4032-94E2-D402354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524C0EE-3114-4CC3-BD80-3C76404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8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F195EF30-E6CB-4088-961E-86D1ED3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C8569AE3-E7A3-4C47-9AFD-D499349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CFA6A134-C591-4866-A3C6-E38915E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77721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72B9E807-07CF-4AD9-A2AE-661FBE5B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8757DBD-377E-44F6-9C79-65E5D842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5B143766-BFE3-4A7E-9EBB-891E9A0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E60370CF-6903-4821-B79D-21DFD44D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92146EEA-475B-403D-B7B8-5ED1480B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FC06F66-5F27-46C2-8236-7F3524A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BC0E6C54-CA5B-4E52-95A6-8142D97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DC18B5D-76E8-422D-B281-C9B3294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073FC229-E42B-483F-A3EF-185E560D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340DF3B9-79BE-4D6A-AA9E-0AEB4E39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2312E90-F8D6-4E7D-AEE6-AA2C3A2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ACBFE6D-907D-4CEF-AD7B-42E7226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CB7CB4B-E4B7-46A9-8F33-6F6F3C2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AE592E1-154D-472B-B90C-7C5EF6A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DB5AEB86-B051-4D2B-A837-934117C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7B51B1E-9F73-483C-A149-8895AB8D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A7BB3692-6B15-4747-B58A-CE3180DA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6B2A8F29-D644-4735-94AD-FD3C5F8C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C576C538-305C-4EC3-8F66-8C7734F7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ADDF43E5-06C9-4DA3-A2CC-9B60ED98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37BFF2E-932B-40CB-A131-E02F2E1C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3B7B67C-15B6-48F1-BB93-4E9D8955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C8EE8E1C-86DD-4B3E-9367-6C1F5DF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51B485F-4D6C-4C6D-AD05-9A131B1F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7705884-E50A-4C54-BC1F-7CAEA06B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9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B26E625D-65A9-4C84-AF86-89E29F0E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E36A605-533A-49FE-B788-9BF8FFA8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9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0D753088-D470-49C1-822F-8AFF17E0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7F0D31B-E8A0-4EDF-AF3F-28949A5B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F3BB2E0-26A2-451F-9ED0-19B27164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B8743F0C-DF76-4580-B374-DB8F08E1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B90A767D-24C8-44F0-9464-4C5725E0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84729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EA53D1A2-06AF-4EAD-95B6-B879037F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343F4D0E-2ECB-42C3-B10A-85A83C49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41BC9013-771D-40DC-A111-129476E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BB15A04-2DB3-4555-99F5-D77ED696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AF9AC90-1CFB-440F-86C6-B808B31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5A1C19F1-8E51-4A2A-A489-C4CB9993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64AEE6C-5B03-41D9-A288-8BA1DFA6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1CB0D25-150C-4B7D-95A6-AB56A2B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38BA141-ECA4-47E5-B3BD-725CEB9C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7380EC0A-75B8-48E7-9CFA-75BFF72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1EF003A-4C02-49EA-B549-A4841967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EBD06F33-737B-4AC3-A4A9-826C3D9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BFDD2EC-A23E-40E5-B2B6-B6679C04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88C59AD-7F92-4B4C-8359-C27D887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73CF3EAD-79D2-441B-AFD7-89C8CF1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11D8B11-B0B0-4908-B31C-7313081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2BA9B05-2A79-4BCD-98C8-C6B9DBE8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F227321-7B58-42E0-895E-F40B9D9F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F3AE63E-1CFB-4887-AEE3-BD7F3D95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A42E8D2-ADD4-45A6-8DC1-CD8DCEA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24D2710-BA59-40B0-BADD-A069855E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0700EC2-387B-4624-9255-FD3BDFB6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B8DB9712-AE95-40D8-9E4B-EFABDD3B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2A8227C-D761-4C63-B1EC-14F77BBC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F8ED9137-0315-4FC2-9B26-68C93D8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18B8951-DF57-487B-A068-9BB98CB9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255E5E0B-0907-4454-8D96-0E480D3B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75174162-48F6-41F7-BD55-114FF32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8514F2B-492D-42C8-B3B1-14ED926A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CE66903-6A32-4462-A777-E1636C52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B7034ADB-2844-4EDA-976D-09B5923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7E6369A-7AAB-4A8A-B0AD-C2FEEC2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917371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7BD45DA3-9ECE-44A4-B8B6-F3F84F8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54F6680D-CC5B-4CBC-A9F1-16C35D7E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181C2AD7-4D8F-4BBA-AEA4-07A122C8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6CB8F676-86C3-4DD9-8C41-B141D813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4FB48628-D034-481A-9163-857ABB52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21A4AC3-D696-467B-A778-525260B0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F6B8BE01-7B17-4AAB-B94F-C1DD919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BB8E675-D086-45B7-8A37-B97EE04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CA4ECD1-8596-4FBD-A289-102E55AF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C373E12-C69F-436B-94F6-6A4368F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273718E-5A50-40E0-B98B-01F1CB48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9AF59C8-2B70-4A74-87E1-50AE771E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DC94817-B9AC-467D-B457-CEC40640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1A6FC10-2C0A-4C7D-B033-D610D0FC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40E5947E-C154-441B-8D7A-5D8B1888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86247078-659A-41B6-8789-CAD70630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E13DDCF-679B-4AAA-B71F-EA5CD8A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A2B606AA-A587-4CB0-807F-F9FA95D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C8150FB4-062B-4DEB-8FBE-8A0A74EC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504ACA2-2909-4EC6-870F-472C698B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3C0E3AC-757B-455F-96C2-82F0CAD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A7030A31-4224-4C04-9776-9B6BD03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D480A4FB-BA5E-4D45-8671-01632477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280CBCEC-6AE2-4F65-905B-612E7A7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A49DCEB4-C6A3-425E-9701-90CE590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E0FFECD-164E-4C90-B0CE-20F5AE8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11D6D181-05DC-4564-9786-1D2572C4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A4690CD4-14BE-4DEB-A331-B9FA3DF3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52639FE0-A44C-495C-939E-6C174A3D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0C7D07B5-2263-4F5E-8AA8-3EA2D6F5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7A629E3-3049-4D3C-A6AF-492E17D9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9505B05B-485A-40D6-A3F6-8C500259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2987448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34EF40F9-2682-4542-B581-D2DA33E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F6C81E5B-8047-4770-B173-AA79631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40E2556-4FD7-43D9-9F95-1AE829A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D877540A-76B9-468F-9E93-6C8071F8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873E1462-DF08-4EAF-AC58-37F2F8A3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4D8728B-1AD1-4A31-B2C7-AF741BBF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D761A1A8-FBE3-4B61-B78B-22C28C0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8E07541-AB27-4017-801C-13C835CA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A7B3997-5C85-40ED-9F95-DB348149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D733D893-62AE-43BC-A9DF-BA9E4FA2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DF5B4303-4CE3-413D-BADF-A3AA88F3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C4F10749-CA46-4001-96F7-B0BC15BC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F54095B4-A8B7-4D75-A32B-F5038E87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33361A3-81BA-4841-BCFB-A81DD26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32A53163-D6A1-4513-8798-D4BFA2C5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835045A2-62EB-4AD2-A206-87100E5F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8FC3E254-8419-4430-9E29-79B84D9E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5807F22-26F9-467F-BC74-CBB4BF3F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D074A899-B1FD-46B7-9B22-6ABCE798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6F6B77C-E83D-4BCB-85D7-A566AEA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913FF4E-2C79-4517-A9FC-A9FD3A35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E44FD89-9B00-469B-A33B-E870793D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5F0840BA-159C-493C-A4C7-33BB995D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A9774051-D6C8-45F1-847A-18CBCD89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F338B427-F359-4B18-99CF-51DFB82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A4D81F9C-B4E5-475C-A8BB-82802C79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239526AB-351B-4778-A087-A852F61A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9E73892F-DEC7-4A3A-977D-2A8D96F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200E9314-21F9-4086-9416-A80889C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5868603-3F06-487C-A04B-83052DEE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85AEC820-106B-4F95-9ADA-60221D06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2A5D9B9D-096E-4CB5-93DA-C61D6748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05752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7894AAE5-AD0A-42BB-8DA2-EBBB3FA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5D233F1F-9FE6-44DC-BF62-720C747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4CA60CCC-E41F-45B7-8CEB-0B79A81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33AFAC15-A799-42C3-A2A9-483049E8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F2D2E687-C268-4A23-9429-9F88922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E74A7F4-0F09-40EF-8177-86DC22D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1A53C4B2-FFD9-47F4-A868-6C7B6633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817A074-7390-41F4-B467-41132D88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F8B94E99-F9E0-4304-9B0B-1A7F427A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E00AF0C-2A63-4C18-A1DE-45CDF070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55DE9269-95E8-4FBC-8CA8-45979265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3C860EC7-4900-4F76-B0BB-6E8C2F6C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FB84145-341F-4E03-A417-AA56CAA9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34D9747-C925-4EBA-A125-F43283CF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7A185C7C-EFB7-4E45-8624-3DE11CAC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88F4955-7EC9-4DC5-8537-D4153244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5AEBB517-768F-4C2E-A812-3E04993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73FAE21D-D395-449A-9CB8-A210CDC2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1ED0DD5-B1D6-4EBF-81CD-AAFA3996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B5C62CC2-372B-4FEC-9B43-3A18C2C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F6EBA5C3-2934-4180-95CA-2DB404E1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5DFD7C05-291D-490C-84E4-BDDC391C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ADE01A1-16BC-45A7-8DCD-D032CF2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67EED5F6-ECD6-4369-83EE-6D886E0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09AD4B9-94D4-46C0-A109-3E0CA27B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868D2477-6D3F-4DA4-985C-5673D6B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09C0C8B1-117F-4292-A57D-4D99877F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49D9BC4-BEF5-43FE-94BB-FEBE1CF2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20E1B115-0601-4A0E-8E53-C37C314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D53AB6C0-6F2F-4671-B097-07011D7B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7716AAA2-5BCE-4336-AB30-D51BE42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1DD91BB-AE4C-490E-B3D5-7676305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12760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74DFF6EE-85F9-40DF-B630-83462730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EC5A45C7-D1FE-485A-83DA-9990C2A8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6D457B3C-C5D8-4928-A01C-B54EEE90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5B624F80-8E89-4E2E-8AEF-3C2A4D9E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A99CB5AE-3C1D-42AA-B69C-F0DFB32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951B7A0C-E120-4CC2-B72A-0D3057B2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D5CAFF8A-111E-4B78-9805-9A8550F6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B7FF542-A430-448A-94BB-52D35DA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A8DC576E-5289-47D4-ABE0-379F5471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F3AD1B8-17F0-4BBD-ADA2-8FB9904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C39B60B-6148-4776-A46A-2F28BBE1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663E789-BF6A-410F-941A-CE1A4C70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B77E72E-BE59-4719-9533-32F9AD1E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2C3D7F7-8568-4B18-BA86-9EB9A25D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27B35DC-E935-4070-B475-ED9A01EA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899642B0-9A35-4872-B4F2-5B9EBEE7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851FE5E-59DE-4B82-A959-C9002D29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2EBAC73-0595-4A07-BAEE-A7F57101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D63C833-2C33-4078-8470-3D2F250D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69ABB5D-2C88-402D-ADE8-274DF89A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A46A3AE-0AF1-4007-9442-16673C9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BDCB560-7462-41B1-88F3-066DCF89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355FA36-90AA-422E-B936-9019582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21EE017E-3B31-416F-ACC1-224BCE5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99BCFFD3-5334-47F2-8F74-6D58D352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B84C940-26E4-45F0-8517-18D84700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ACF3151-9B96-4189-A151-EC5ABBDE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C68CEB84-A8FB-4E68-873A-E0FCE16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B5371C30-FB16-4AEF-8CFD-0918DCFC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549C99B-4C75-4A49-9856-2B89A2DB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E8B705C-A255-47DD-994C-0344BD0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C17B325-BC6C-4A11-BF8E-1025483F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19767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3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E62D80A-7D48-4C5B-A3AE-F2B4AB5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48B9CCF9-FAE4-429C-A31F-51B17D96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17B4D65-FDB9-46BD-93B5-B7DE63BD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E5AD717-0FC6-4B02-A6DC-36EC3908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0F796C4C-0838-491F-B6A6-18A36C2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D8CD5DA-0D5D-4691-A8CA-C2A26757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CBF2D3B-0078-47BB-B26B-8DC4D33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7D7C1D41-6420-447B-BCE3-4FC86C7F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663DFE8-E45B-493A-AC80-2A507AD7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D15FFA13-C372-4A3D-937C-D3403318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7AD1868-360A-4033-9C39-D0C0A329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D74B11A3-D5A2-4E82-9206-DB18C87A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92F71AD-78C6-41A7-A114-D1F9327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FB7A331-FCFD-4F5F-8DFC-31D2DD23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5743768-DEB2-4A9E-97BF-E5256E26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9EB35147-706A-446F-9443-443B388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0F611F2-B69D-4026-B045-ADD9E511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02E640B-2983-4F56-B06A-77688D76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FFB13F5D-DD81-452A-877E-8F51A42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075BBB8-5BFD-4AB5-B716-E08070DA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41528B0-4237-4EC0-8C3C-A7B9F1F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B849C9E-052D-4D34-BAA8-D1BDEB65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708CAE2-BED8-47E7-8DA3-573009EA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0203A12-5431-4D12-9013-DA27C7C1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49E38B64-1895-4FF4-9F2F-A2C2D0E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66CC4C0E-82A7-4CE2-B63C-2B6D036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4F85987C-4BEE-497C-9106-FD9885A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2346C74B-3125-46A9-83D8-C0DB72C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776DE391-0F90-40BB-8A96-5B7BDB89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9A244C6B-CE02-4F4A-B297-DD99420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49AB9EE2-401B-4C14-857D-BCBE8631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05FBFDF2-31E9-44AC-B34B-EE3A835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267755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A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D7BFC0F0-9C08-4503-943F-B472B3E3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3CC10E4C-5FD9-4A6B-A129-E1C1D10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4D10B45A-9EFD-44EE-ADE8-A2DDF84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77B28E10-F153-4EBF-AD8C-F245E56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9C8ECD54-C6CD-42A0-92E0-A043362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C7584AF7-6DDA-401F-8438-59DB115A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1698D4DB-044B-47E7-BFDD-9C916972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38D75364-7EAB-465F-8F06-3205A7BA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26B1F826-03DA-4227-9CF0-F4942D5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94C6584A-3559-452B-832B-7603432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7FF72034-E217-4759-8AF8-6E8F0730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05A46643-F1CA-4D75-855B-EE9EA7D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355E3944-280D-484F-889A-7205A0B0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434EB98E-E20C-4528-90DE-DB10B4DA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B23E9118-1C63-47AE-A207-81949BCF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211627E8-87B1-4F6F-9C55-C9E32AA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B66CA97C-47C4-41A5-B2E5-6B36889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D2275915-17AF-46E8-B0DA-8B950A5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2BE42796-300C-4241-B955-89408DED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375512EE-8744-4FA8-A347-559808A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C009AB2F-2451-4BC3-9D1A-00F8A13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C2F43850-0CFE-496E-B041-178DFF6D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8352241A-FBB4-4D2D-A251-6B9EB8C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CB5034E3-5864-4942-B517-8BD9D1E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8134B90B-6814-471C-8FDB-8A5E22A5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D54E501A-0FD3-4AA0-B2BC-DBED164C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0D5849ED-09BC-433B-A335-7A8840D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5FCAB44F-C694-4F53-BAEE-1DCB999F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AA61152B-0B11-4C1E-8B84-7B21374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E2A8EB85-883C-4681-AE3F-A54A8527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C0F17D4B-6350-4667-BA0D-0811C4C9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6AA2171C-9A4D-402E-B01D-A42EDE4C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337832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921B9E41-8ACE-4E0C-9312-2E00A1CB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E1627F56-DFEF-4D17-B6EA-0510591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A5C57093-E4EB-414E-B2BA-1B5D792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6FC9F208-2B3E-48D2-8D13-0DF5965A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2A08311F-2063-4E5D-808A-A301A65C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9B9542BD-108D-428D-AA4E-FEFAAF59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C5A0D2C3-6F06-4B85-9E36-0BFDA8A5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131E62DB-4EE1-45E8-8432-3094F4DE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0A7D1B5E-2FA9-425D-ACF0-E92CADC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82BBE86F-D8FE-44BA-A5C4-3B42816D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0207C046-2709-4EEA-BC7D-B7CD38B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A11426CA-B88C-4F69-ADF5-CA57F2E2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AE927051-18E3-4EBE-B4BD-74D7B170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F0B872BB-0BDD-4299-A138-1B84EC09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7FD1EABC-DBDA-4DF4-8F7E-0189B3DF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EC39CBB4-F8FB-4F21-9335-55FC33D2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275D475E-29C3-44C4-9E92-F71B57C6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71B8DD82-A1CB-4A06-A664-B452EFEE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440CC8BC-5083-4374-B100-888799EB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BC49FD5C-2F02-4443-AD8B-DD6BA45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92C8DA48-B83C-499F-99DC-A5E1ABB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10487D63-39A7-4A1C-9A9C-32F601F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5C979017-2188-4DCD-B09C-5AE56A04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A2F447E2-634E-48A9-8F56-FC7D14B0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669A3047-AEF9-493B-B901-F878913F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916DD899-E4A6-469E-9E18-256A721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C4129ED9-9B99-4F7F-A7BB-823AA2DB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F3B1E050-BC9A-4411-A744-E87B034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F555AA0F-EFD4-4BC4-8699-862835A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B3022DC8-55AE-4475-A335-2919361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D50F13EA-5231-4386-B834-2F99ED4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BA2EC791-085A-419F-9DE7-784B7C2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40790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F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22171CEF-B56A-4B8E-9527-5730A1F0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F12EB385-A2CD-4F87-9DA9-A5600A3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9646D427-2F6B-4C76-8B06-E2E7B48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01D27A5C-E9D2-42BF-82A5-F565BB7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C692D9AF-5186-4E87-913C-C33D85EE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BBF600D2-CEE6-4560-9C83-92B019E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9E67B917-6FFD-4519-AC0B-816A7C3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0F5EAC6-3B5D-4F46-A6A7-54D4F27C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2C328118-CBB1-4521-8DCC-EEA17D4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301F3E11-2A8E-4809-9AAA-E5EA7F74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E729A8C1-E4E6-47D9-AB30-768036C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4E5E9567-DFB6-4917-9EBD-495F942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DBFCF60B-648D-47C9-9801-EF147211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B83DA8C1-5097-457B-ACB3-441CECEC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599FEA04-DB6E-4AA8-BB5A-E262F433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E26888C6-97B4-46BD-9F7B-90CA1ACB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5DBF44BE-C1A7-411B-A2D6-9766081E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193159BF-0393-4206-98E3-76B5125D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38CFD3D3-DD4A-457C-8C82-AB0610A5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5F19C60C-A7E5-4721-A816-58B43B07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BEAD5C9D-B751-4204-BCF9-50C20CD1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B9E37C28-9A9D-4F69-ABA5-D41E61F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2D26AFDA-2491-4ACB-B193-C27D1D02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1B2024E0-5466-4DDF-A610-252269A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24D7FA6B-2F91-4C31-B5EE-4D5FDB8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003CBBF0-033D-495A-98EB-9E829D69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C7FE7B56-A68A-44C4-9062-26DB342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B413B18C-874B-4FAF-B702-860C90F1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D972A191-BDA5-4EAE-B574-3D6139A6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9CCAE883-3C0C-443F-81EF-E09AA5B0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0926001E-DCFF-474F-A30B-2EB6D365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9D453F60-7A99-4E63-B2DC-C7A3B62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47798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D1FB750E-9E87-44DB-AAB5-A5F9B57F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26E02B53-9ED9-4EA4-AB0F-2E92687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F7612976-D59B-4B6D-A7AE-0569F0EC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0D33F6C2-2819-4969-9A16-7332E3DE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29FA4234-AE17-4565-820A-03D569A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643CB9BB-2F94-4BB2-B640-3318AF17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7599DE4D-3E6C-4AAC-809A-15F19E1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9C344278-C254-4009-9D91-995432CC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4BBDB8EF-AC75-4805-AD4E-3818B2A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A295C645-3536-421B-B3A6-0428F2F2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58E911C3-A160-4C7A-8EF3-E5C69587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7999D999-A229-4B85-8970-8B02F86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2C2B1342-A516-4F56-9DFA-D996CD2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9F93C7E4-B68E-4852-B11C-B6B2F08F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669D36ED-BAA2-4B5D-9671-553998BF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C89F57EE-AB2E-4533-942B-132936D3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F3A81099-9291-4011-8036-39A35405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95308C1A-E877-4BC8-AFD7-FEE2E25F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8B20C781-98AE-465E-BD75-698C8728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15FF7962-FE23-4C1D-9D04-3F8ED586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AE4C279E-2C91-49F7-9836-F801F25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F68B079B-8C88-47FC-AB0F-D7990955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26752B42-B443-4781-9470-54919684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F84BEC10-9B48-49EE-87B3-18309C2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7A849847-106A-484F-8ADA-84B7884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57E29876-5979-406E-B889-27322D99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462C1AC6-E509-4483-8BDF-977C93B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568AA7F4-ED5E-494C-AB5C-4A52CC96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EA4A3D17-6681-4E76-9D22-384CF8D1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659F23B7-DFDE-4F5C-B450-2C2D0692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4F5E914B-515D-48E1-AA5C-319BE967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6B861463-6DC0-47C6-8B51-68C173F8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54806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4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5EC6F012-C433-4B64-ABB3-70C1B0C8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8C8FEF44-ED24-446D-98B9-81F582F0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6A836F20-D186-4BB1-9C8D-B1FA7095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F63DD92A-D22C-4429-9F6C-69291ACF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FD662798-757A-4430-BB5D-6E2ED55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A0644D1B-82C7-4516-A90D-1D9363F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36F23136-9181-404C-8D85-A11C9A43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E77B5BC5-A908-4B91-8187-A38D4B9C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A8C4D4A3-E5C7-46BE-BAA6-8A793025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E78F6E77-E0A9-4AF6-A81E-A2C4795A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8C07B870-DECB-442F-8B73-877FBAE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9D8AD8B5-BF11-45AB-B2D7-D4E1607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EFC581D6-2AE0-4057-8373-DFE47BF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27494EEF-B5F6-4246-AF91-7847971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A46CB14F-36AC-41C0-9FD2-4C82954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55D60F06-5DB1-4E37-AA14-0896326B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EB325ADF-5521-4758-93BA-D1D18F2B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1495FBD7-B404-49B7-ABD9-A92BF63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0AB22F74-0250-40AC-8585-6A1325B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04FCCA3F-7E2F-4C8B-9FD4-5BD8B48E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BDD5650E-9BFA-4996-AE09-36AAC16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BD1AA936-132B-4F32-8965-362BFEA2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F802F9A8-2C93-415F-8579-ACA38DB4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A66F192A-231D-4786-94C7-85C7F400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18BBC482-6ECE-44E6-AC96-2270EFEC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20EEB683-F5B8-4DDB-96B9-D0F93CD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08C5A270-4CF8-43FE-B429-C20D20DA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2D087915-7C98-4C91-849C-C5B8B168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0A3563BF-D85D-4B3E-8457-8A95CB43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9F01AAD1-5AA3-49E5-A22A-9D16ACC3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3D005933-8A5A-4270-9D13-031DFE84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840838EB-A160-4C43-B5A3-7D54F20E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618139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F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E8F23195-7FD4-4B8C-80A9-600026E4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B9683943-94EF-4B04-BF2E-59E5ECF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D08A6268-E605-4C8D-914C-51ACBBB5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5AF41EF8-FCB8-4E37-85CC-E2366A6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D24163FE-6508-42DA-977D-4B11BB85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09B5A185-F721-4189-A5C0-FD4975A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9A400F02-8116-44BD-B332-713C15C2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369D9334-1707-493C-9FF9-12D452A4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5B3A57EB-AB9E-49C5-AE13-AF7C0568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AF76798B-AF0A-472B-8F0C-40D2C63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EF32EB6F-23BA-4551-B611-E6A15C3D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364F0ABB-AE28-49EE-A314-5E1E54A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716EA4F3-C125-4543-848B-4D997808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B65744E4-8BDB-4AEB-A1E5-3BEAF99A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6A203364-CA70-48E0-A7D6-480A9FFB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03D9EE69-7D71-46B4-AD22-54AF8508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C02C1DFF-EC1E-4441-AE99-F5F9957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4727C418-5A00-446E-97A4-E94E5FD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1E1353B4-70AE-499D-A71F-0F69894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19B7B059-B56A-4946-9EDD-50FFA7E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1EC18ED8-42E5-4C71-A270-88469CBF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086D5239-A1A1-4E99-B7A0-DFB83B65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FA3F5FD5-19C7-4471-8B06-10FF72A0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41578C2F-C3DC-45E5-B763-B11C3D74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1059F84B-D8A6-471D-8C69-74695BAC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64AF8CEB-98E6-46E9-B263-84552FF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FEED60E1-E10E-4C75-81C7-D9D23F87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74CFFCF5-D7C8-46A3-866F-8F24E33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CEBFC24F-9D59-4839-9284-C7E0804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F1E50366-4600-493C-A1AC-475C871F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8720C385-CCAF-4174-AD6D-2105E7E3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5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8F127A24-734C-4B59-8115-0B3736B5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68821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000223C0-5B51-45D5-BC88-8AC56E7B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827B0E81-109D-429B-BDE0-37136F74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16915A0D-41E0-4F2C-8B66-F1A6A7C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8F5F8347-3F27-47B9-889D-87A6BAAC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E286CD29-F017-4E0F-B460-50391430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43F34D79-D266-4615-B8E6-323C25FB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7BA5068C-D783-4750-BC29-807BBEF4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0F6A5C6E-5E04-4A3C-9512-6E814BB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91804E15-DF96-4D3B-BF1E-E0AA279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924185EF-8275-4B89-B79C-2AB50C4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639A0A2A-E104-4B12-B071-8F0EA35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9DCA61D3-E7AD-45B3-AA8D-1ED881F8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5421A445-9EA4-41D3-AE70-12A104D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DF5E5668-9E91-43AA-836D-ACBA68A3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27FC5491-9783-45E9-94FD-EB88800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22201B88-8D06-4D6C-A946-EDCF8A54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F8F59BEE-668A-4F7F-A1E6-A49FDAD3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B1B926CD-C769-4470-B1B0-8BF05BF0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1BD48DCE-FBFD-42E9-A6E8-C4418DBB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DF28C8F7-95C0-4155-9D3D-B0B87CFE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C338130A-E871-4A3F-92C9-035B58B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AC0D1292-42B7-4D90-B255-DF06464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606F281B-047F-4318-8F2B-5BC4EF2D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BE38679F-E45D-41FE-BAC2-B3D2541B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6DD130FC-36CA-4B7C-A68C-F9EAD90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77E8AA0E-3F07-4C77-A42A-0592323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1C4E1CD1-750A-4220-A44F-091BF5C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5F34796C-8C25-49C0-BD03-3E470B25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011FC22F-1BE7-492F-8AA4-10286900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5BE735B3-05AB-428C-9059-F848161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C67B04A4-AC62-4A7D-80ED-E7663751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532B60AD-ED58-4439-998C-549EC1FE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75829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F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8EDEBB08-616E-480D-84AB-C9EFE4B3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337C5FA1-F2A9-43EF-9A56-00507E6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55E4AEC4-02A6-4EFB-9392-F63E8606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0ED3B7EA-F7D9-44FD-9938-A2D6F5C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56ECA26C-25F7-448A-8272-E157C64A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7156D493-CA45-4EA3-B043-6E2BC976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962F6248-9DC2-47E8-93FD-303C7E5D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B2F09289-19AC-4648-964A-92D093B4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5CF69821-1089-4D8E-BE6E-CCAAB24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060F980A-9B8D-47B9-90DC-ABAC772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42EC00BC-60CE-4D6D-ACEE-74C4CBEA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7F6E45C7-F374-49D7-944F-822CCB97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DEB82B53-BB32-4A1C-8EFA-4E8CE18F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C9CFF8CF-A5E9-4B5F-ADA4-1C7C6EC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40867BB8-FCDF-4261-9B00-F734F09F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46D8FDEC-F1BE-46A0-8E15-C0FB69DD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7AEF7F39-6500-41BE-87F1-955407C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85FFDACF-4CF6-4832-AE58-A28EC6B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8773A522-A2A8-479A-AF9B-C37E6F36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60C49560-3C09-4F9A-823D-337CD219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3661E55B-B810-40B2-8FB6-A38C248D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19D9D9F3-5354-4A47-A778-D0CF9773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496CAD41-CB6B-4E9D-A719-DE840D60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ED46F87E-5FB1-4F1E-B753-CF093850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B4F37746-D901-4EAC-B312-936E565B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8D60B0E4-E031-480D-A6AC-510F125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70306F18-7FA0-4BAA-A264-2E1B260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AADEF958-DBB5-4FA9-A122-7334C292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9D68F823-0548-4D35-8CED-D6162EB1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B5A7AFDE-6A19-46DE-9CB8-BCA48B0D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9F5CFB75-EDB1-4447-8700-6C0B76D7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44B35D3B-9837-4EE6-8586-80E39A3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828370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0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3B276490-354C-4424-96EB-1A387C25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DB14A16D-7EAB-432B-9D55-B18F210B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295FA152-B6B5-4815-A5C6-FAAA79F2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18DCE273-6ACA-4533-AF0E-83C45FB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0F2D436E-7519-4B0A-BA3F-600BBC5C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2F99680E-7255-437D-AA79-FEC70F39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99FAC41F-27B3-497A-9707-3595AF10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C7D516C3-4655-40FD-8F80-41E9878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6D02ACA1-723C-44FA-84C7-0EEE322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9D32C156-93D5-4973-B77A-C022A25E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7CB5E7E0-3FF4-44D5-BE64-86A77B72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4FFD73F0-A1F9-407E-A3BB-98DC649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392B8410-DAB4-4733-A34F-F98C079B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F583F7A4-44B8-4E8C-94E3-0F103906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ECCF08AD-E6EE-4C5E-B9E7-DD208EA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702D35AF-7272-4A95-861F-029DC963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1D9E19AD-CAF6-422F-91C4-B299A3C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20E1B5A1-BFBD-40E6-BEBB-60E93130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BB960C7B-BF94-4766-AB7F-23341165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6A0DEB81-A070-4328-9876-293B45F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04673AB9-7511-44FE-9291-0A769CE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FEF1A0A1-C931-4CF6-9777-3BD53A3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BED4902E-D492-4B0E-ADC6-412ECB61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D3B6F182-954A-418A-8A09-87BDF20B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5D43C0CF-1836-416E-B315-89E1202B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088AAA62-3C88-49FE-B410-8DBA3491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4032C1AE-A672-4D26-BBFB-0B72571B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73BE20F3-F348-4ECA-9883-3BBFC7A0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CBC4DB66-CC86-4A9D-B413-AE21FD8A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B4900002-0431-4D9B-8C5C-3FCC09D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4D168F4F-2F4F-496E-A0C5-4828E85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BD29FAD2-C650-4DA0-913E-B05EAD0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898446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7929CC62-82CC-4436-8816-AF17450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52C1F3A3-C4FB-4744-A900-318E4ED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378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8F3F950F-54BD-440C-AFE6-64D285B1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206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FE5BE3D7-EA3A-4DF3-8A13-38424D2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034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62F9AEA7-7027-4C07-8CF2-F7A8661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6CCB799D-9CBC-4896-ABF7-9EC19CF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691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9E032329-6045-47C6-9470-2484852C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19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055C87AF-5E88-451D-ADDD-6A370B1F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7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2CE3420D-3F67-4646-9E1B-DE5E73C5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FA15D3BF-2AAE-4D64-8D7E-015C5414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03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F1E1A1DD-3D74-471A-8B83-38BDE15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831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1A24C51D-4C84-4747-AD64-0C9A6607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659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C39219D4-9086-4079-B41C-EE2DBA0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8045CD0D-98B5-4E1F-9B94-247F7C20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316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1EEA2E82-4713-4355-BEA1-909DB2A2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144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7D8B6E6B-54FA-4669-9923-2DEE22AC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972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7ED46089-FEC9-4DC0-98CE-4AC8A290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FD9DF7BE-A6C2-4198-A376-12207E25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628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4F8382E2-99C8-4228-84E0-440CEAD5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FB915C7C-CB6F-4ABE-A437-94929AF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284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0BB52A90-090F-4B3F-A178-1153051B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56D4DB77-16D0-4D47-9EBB-6FE0339A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1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76BE8D6F-64BE-4DE0-888F-237DE56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F53165FE-6990-4F0A-8996-FA86DC8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31E7120C-B4AE-49A7-901E-503F4C6E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C2EB8818-C226-4EC8-A235-9C7BA42A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253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630BE838-A33D-490A-B44A-9CCED4A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81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52379D44-FDCF-41A6-96BF-36DDD621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909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71EABC12-3B15-4950-8E69-57DD8C6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4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218DA88F-8D30-4426-815E-6AE836B6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566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0151AF58-09E8-43BF-9EAF-4885306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394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CC4EAAB9-A969-4B00-AEEB-5E86886E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22" y="3968523"/>
            <a:ext cx="1562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52E38437-967D-4CBF-8640-849EB51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4762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C82A1ECB-D6FE-48E3-9311-EFF6FFAF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early</a:t>
            </a:r>
          </a:p>
        </p:txBody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41243BA1-F223-4DBA-A010-144FC6AC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957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late</a:t>
            </a:r>
          </a:p>
        </p:txBody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4676287D-5120-4905-9417-9903586A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low freq</a:t>
            </a:r>
          </a:p>
        </p:txBody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0F24A471-F88F-4BD2-996B-1A618C3C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67150"/>
            <a:ext cx="60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high freq</a:t>
            </a:r>
          </a:p>
        </p:txBody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1158FE12-706A-4CA6-A9AD-229653DF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C1E1D5C3-C28A-427D-8C84-96868BC9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1C41CBB6-69FE-4B08-ACE7-0AB54591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RUL 输入</a:t>
            </a:r>
          </a:p>
        </p:txBody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83CCB83A-D41C-41F6-B140-41AE52E1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Hann window + rFFT，去 DC，取前 256 bins，log1p 后用训练集均值/方差标准化。张量 [B,32,256]。</a:t>
            </a:r>
          </a:p>
        </p:txBody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14AD529D-5B2D-41E3-9D28-B0AE405B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62550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BB0FD613-86D8-49E0-A6CA-046F3DC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625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90023E68-A315-4D5E-BFBB-6CDCB63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768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Fault 输入</a:t>
            </a:r>
          </a:p>
        </p:txBody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A55C5654-72B8-47B9-A477-5A555140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435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每个时间步合并水平/垂直双通道：FFT512 + 时域16 + 频域14 + 频带能量10。张量 [B,8,552]。</a:t>
            </a:r>
          </a:p>
        </p:txBody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D05F13C2-B9F9-4C88-BC70-6086EF2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2583DD2E-D343-4B64-B08C-E07DF4F8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C43645C6-4FCE-46CB-8A3C-743F247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标签处理</a:t>
            </a:r>
          </a:p>
        </p:txBody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322D1DD6-069C-4903-A6B9-D8F3E9EC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435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使用线性归一化寿命；Fault 使用水平 RMS 的 3σ FOT 划分 Healthy/Faulty。</a:t>
            </a:r>
          </a:p>
        </p:txBody>
      </p:sp>
    </p:spTree>
    <p:extLst>
      <p:ext uri="{BB962C8B-B14F-4D97-AF65-F5344CB8AC3E}">
        <p14:creationId xmlns:p14="http://schemas.microsoft.com/office/powerpoint/2010/main" val="1244029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66911E-7A24-430C-9182-40F2E01F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A841-5879-48DE-AAD7-B133B0F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PHM2012 RUL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363B9-2F70-4303-91E9-DF1A8788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RUL 复现：CBAM-CNN-LSTM 主线与 MSE 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9CB08-2CC5-4416-9367-050C59CD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PHM2012_RUL_CBAM_CNN_LSTM.ipynb output, Sun et al. 2025 Table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0FF1D-A879-41A2-9553-75A1A2A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87CC4-2A6A-4E1D-8AA1-510D332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371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55FC1-BC51-4744-960A-06381DAB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14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Test 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28FC7-5DDF-4219-B761-74933F7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0.097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2F8C9-947E-459D-9983-1909CF06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ours overall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5F4CB-8FAC-4533-B11F-63DAE7A7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00150"/>
            <a:ext cx="1371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FDD9D-9A75-4FAD-8395-BFFDA93C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14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Test 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8BC80-9655-4430-A70D-DD37F105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240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0.311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F439B-3374-4B92-8C52-8159BFB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normalized RUL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D5FF4-EAE6-43F8-BF6A-F297810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00150"/>
            <a:ext cx="1371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91854-F29A-4EF1-9FA3-4D2B4082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14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Test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A2DD1-A6FA-4F93-9FD3-A46C3CA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240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0.236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AD54D-608B-4348-8F9D-0E23DC9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050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normalized RUL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828D6-D8F3-4160-A133-9A8623A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00150"/>
            <a:ext cx="1371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5FE94-1930-4F7B-B10D-605421C1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14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Epochs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F95FE-1DA6-48C9-8809-BEA4FAF3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C41C9-1DFB-4B30-A279-172BF506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full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55503-2847-4687-9AF2-60C09BDF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04900"/>
            <a:ext cx="44005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09EE4-D1B7-4DEA-AF79-9DEACA82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MSE vs paper Table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5CAF5-5A01-4F20-8562-F5991F1B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85900"/>
            <a:ext cx="405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归一化 MSE，越低越好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7277100" y="1714500"/>
          <a:ext xmlns:a="http://schemas.openxmlformats.org/drawingml/2006/main" cx="39814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5d1ad8c2be46ff"/>
          </a:graphicData>
        </a:graphic>
      </p:graphicFrame>
      <p:graphicFrame>
        <p:nvGraphicFramePr>
          <p:cNvPr id="57" name=""/>
          <p:cNvGraphicFramePr/>
          <p:nvPr/>
        </p:nvGraphicFramePr>
        <p:xfrm>
          <a:off xmlns:a="http://schemas.openxmlformats.org/drawingml/2006/main" x="742950" y="2476500"/>
          <a:ext xmlns:a="http://schemas.openxmlformats.org/drawingml/2006/main" cx="5905500" cy="2628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66800"/>
                <a:gridCol w="742950"/>
                <a:gridCol w="742950"/>
                <a:gridCol w="876300"/>
                <a:gridCol w="704850"/>
                <a:gridCol w="609600"/>
              </a:tblGrid>
              <a:tr h="375557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Bearing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MSE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Paper MSE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Bearing1_3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2344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0.0155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0.0047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0.124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0.809</a:t>
                      </a:r>
                    </a:p>
                  </a:txBody>
                  <a:tcPr marL="91440" marR="91440" marT="45720" marB="45720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Bearing1_4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1397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0.0904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0.0077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0.301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-0.132</a:t>
                      </a:r>
                    </a:p>
                  </a:txBody>
                  <a:tcPr marL="91440" marR="91440" marT="45720" marB="45720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Bearing1_5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2432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0.1276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0.0198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0.357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-0.569</a:t>
                      </a:r>
                    </a:p>
                  </a:txBody>
                  <a:tcPr marL="91440" marR="91440" marT="45720" marB="45720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Bearing1_7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2228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0.1741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0.0137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0.417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-1.146</a:t>
                      </a:r>
                    </a:p>
                  </a:txBody>
                  <a:tcPr marL="91440" marR="91440" marT="45720" marB="45720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Bearing2_3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1924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0.0264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0.0223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0.162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0.673</a:t>
                      </a:r>
                    </a:p>
                  </a:txBody>
                  <a:tcPr marL="91440" marR="91440" marT="45720" marB="45720"/>
                </a:tc>
              </a:tr>
              <a:tr h="375557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Bearing2_6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670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0.0993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0.0085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0.315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-0.301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6867D-0581-4217-803D-4A418894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400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790BA-1FA4-4F00-986E-3FCD7934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训练损失趋势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C2531-A814-41C1-8974-A48C5720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05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100 epochs MSELoss，来自 notebook 日志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7277100" y="4800600"/>
          <a:ext xmlns:a="http://schemas.openxmlformats.org/drawingml/2006/main" cx="3981450" cy="45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dcb3ddef02460d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F6D1A-D7CE-4CB1-B9A3-8FA9F95A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说明：当前复现保留论文主线结构和 FFT-only 输入，但未进一步做超参搜索/消融；多组轴承结果与论文仍有差距，是后续优化重点。</a:t>
            </a:r>
          </a:p>
        </p:txBody>
      </p:sp>
    </p:spTree>
    <p:extLst>
      <p:ext uri="{BB962C8B-B14F-4D97-AF65-F5344CB8AC3E}">
        <p14:creationId xmlns:p14="http://schemas.microsoft.com/office/powerpoint/2010/main" val="578442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B9479-9CD1-4612-92A1-48A3A6E1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B0245-B3D3-46AF-BDF6-97CCDAB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RUL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C8FC2-6D25-4289-AAEE-D7B9ED73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RUL 示例：两条测试轴承的预测曲线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49D45-6C15-4264-B0E7-41814E6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checkpoint sampled predictions from cache/paper_checkpoints/phm2012_paper_cbam_cnn_lstm_fft_only.pt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C5093-CAB7-4F94-8A93-BE9607E2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8D682-8F95-42FD-A2A3-72D06D7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4D5C5-509E-48DA-B537-7F346A3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Bearing1_3 归一化 RUL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227FD-334E-4063-8614-C13DDDE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True 与 CBAM-CNN-LSTM 预测，抽样窗口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914400" y="1866900"/>
          <a:ext xmlns:a="http://schemas.openxmlformats.org/drawingml/2006/main" cx="4629150" cy="2819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dbba6cbe4347d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6F9E-C626-4239-B2E7-F77FDBCE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A1CF6-557B-4DEF-857B-28253EC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906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Bearing2_6 归一化 RUL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FD3B3-7DD1-45A0-A607-F17F6233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True 与 CBAM-CNN-LSTM 预测，抽样窗口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438900" y="1866900"/>
          <a:ext xmlns:a="http://schemas.openxmlformats.org/drawingml/2006/main" cx="4629150" cy="2819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1bdf4f2864c49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3C095-142A-449F-B6C3-8271254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56EED-D5EE-43D3-A5DF-AA8217A6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AC4AB-ED78-48A8-A75A-72EB27E2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72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Bearing1_3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51BC3-DF2A-48BA-9D63-6524E66D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388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MSE 0.0155，R2 0.809；曲线贴合度较好，是当前复现里较稳定的一组。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1F8F7-15E3-4162-8CFD-F5461815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4191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7C5B0-A732-49B4-900A-7418BF3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C6B39-1A8A-43B9-92EB-E9B269E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72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Bearing2_6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8D9D9-8D3D-40B6-B64B-AA74CF9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388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MSE 0.0993，R2 -0.301；晚期预测偏差明显，说明泛化仍需改进。</a:t>
            </a:r>
          </a:p>
        </p:txBody>
      </p:sp>
    </p:spTree>
    <p:extLst>
      <p:ext uri="{BB962C8B-B14F-4D97-AF65-F5344CB8AC3E}">
        <p14:creationId xmlns:p14="http://schemas.microsoft.com/office/powerpoint/2010/main" val="1706517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1DB2B-9DE8-4F2E-BAF1-13C8C480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60CD3-6913-4D30-9861-28CF112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XJTU-SY 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CC04F-F719-4155-8F93-1F117D76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故障诊断复现：ResCNN-LSTM 主线结果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633B8-FEEE-40CD-AC72-2568573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XJTU_Fault_CNN_LSTM.ipynb, Qiao et al. 2025 Figure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05530-3992-419A-B145-AF305623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18C67-CF04-4597-9D3F-AF8B65F3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8C8A5-FF30-4FC9-936C-7B879FF3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D64EB-E36E-4829-B1EF-8E16CAB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99.63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502D1-61A3-494B-8205-A0ADC790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%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6B6AC-683A-4649-A2A1-37235BF0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001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6364E-3D73-4170-B95B-A486322B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144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Weighted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0699D-FA72-4D2F-9DA1-F48719CC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240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99.63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05848-8550-43EF-AE50-B509FA4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050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%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7F1EE-0CC4-42D3-A51B-C09C1EC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001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D827F-6B0D-4F02-B504-2CBF289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144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Fault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10B5E-E2CF-428F-BFA5-94AF89A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240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99.22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F4B27-556A-41DE-B3D7-8915A82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050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% positive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9E8F4-44F1-43C5-8834-3A1D980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001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0A9D2-1E84-4CD4-95C8-92F21CA8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Epochs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50558-0C66-46E3-A870-467C766C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E3E5C-6452-43EB-BA38-82BF7EAB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full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F5F16-0F23-473E-B2DF-4EB2FC75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6291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00E36-AA71-4738-8307-A7E61126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论文主线指标对比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21AA0-6F5F-4EA2-887F-5B0A35D4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ResCNN-LSTM: Paper vs Ours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933450" y="3181350"/>
          <a:ext xmlns:a="http://schemas.openxmlformats.org/drawingml/2006/main" cx="4210050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ac3e488034ebf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82EF0-E352-4D13-BC38-C852B13B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2381250" cy="26289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69B65-B287-48B6-9DC8-0AC547D9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混淆矩阵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6172200" y="3181350"/>
          <a:ext xmlns:a="http://schemas.openxmlformats.org/drawingml/2006/main" cx="1924050" cy="1162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04850"/>
                <a:gridCol w="609600"/>
                <a:gridCol w="609600"/>
              </a:tblGrid>
              <a:tr h="3873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True \ Pred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Faulty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Healthy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1043</a:t>
                      </a:r>
                    </a:p>
                  </a:txBody>
                  <a:tcPr marL="91440" marR="91440" marT="45720" marB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EE2E2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Faulty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318</a:t>
                      </a:r>
                    </a:p>
                  </a:txBody>
                  <a:tcPr marL="91440" marR="91440" marT="45720" marB="45720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4BEE49-23FD-40F2-99BD-E5967060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错误样本：5 / 1366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9FE26-9B98-4843-ADD2-FBDAAA3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7241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774786-637F-4577-89D7-BD456820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05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训练损失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8ABBB-E0E7-4C7C-A64B-DDDFA3E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35 epochs CrossEntropy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8953500" y="3181350"/>
          <a:ext xmlns:a="http://schemas.openxmlformats.org/drawingml/2006/main" cx="2305050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6fa7fdfc4644c2"/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1A55B-EECD-423F-8E38-38850EC6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注意：当前故障任务按论文主线做 Healthy/Faulty 二分类，OF/IF/CF/BF 多标签留作扩展，不混入本页主指标。</a:t>
            </a:r>
          </a:p>
        </p:txBody>
      </p:sp>
    </p:spTree>
    <p:extLst>
      <p:ext uri="{BB962C8B-B14F-4D97-AF65-F5344CB8AC3E}">
        <p14:creationId xmlns:p14="http://schemas.microsoft.com/office/powerpoint/2010/main" val="69697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33F964-D574-460A-8CC9-ECB39FC0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DD4DC-CA6E-473C-95F9-FD1CB55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FAULT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792A0-2B10-4FE4-BCD6-701EE96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故障诊断示例：FOT 标注与概率热力图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3C5FD-C135-4DD2-A3EC-8FA8806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XJTU checkpoint sampled predictions and cache metadata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DD753-0E58-4144-A47D-CFA81E63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EFE0E-3D3C-4C77-9D3C-EED7391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2959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69902-3A21-4566-B5AA-CE4FC5CD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90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Bearing1_1 故障概率时间线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444EA-3732-4DE9-938B-274E07A1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FOT index = 75，概率与真实标签均为 0-1</a:t>
            </a:r>
          </a:p>
        </p:txBody>
      </p:sp>
      <p:graphicFrame>
        <p:nvGraphicFramePr>
          <p:cNvPr id="231" name="Chart"/>
          <p:cNvGraphicFramePr/>
          <p:nvPr/>
        </p:nvGraphicFramePr>
        <p:xfrm>
          <a:off xmlns:a="http://schemas.openxmlformats.org/drawingml/2006/main" x="933450" y="1866900"/>
          <a:ext xmlns:a="http://schemas.openxmlformats.org/drawingml/2006/main" cx="4876800" cy="2171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5c4f8091474db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F7E84-15B3-4B70-8304-161DE90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57300"/>
            <a:ext cx="49530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CE453-4B54-4EA8-9A31-DCBF4CE0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测试窗口类别概率热力图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ADADB-2EEA-45FA-95F3-C38D7D7D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前 96 个测试窗口；上行为 Healthy，下行为 Faulty。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A7FF5-B314-4A3D-B955-004790F6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DA978-1021-458A-860A-BF3B73A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80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57D0E-E35C-47A1-8D38-1765CC3F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46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7CDA6-62E7-4773-86E5-03E8B8F7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11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D27B1-75E4-456D-8441-35A45CE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77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6755A-7560-4262-9E72-4FA1D5EF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43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D706A-1FE3-4406-A996-4A0F42D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C8F4E-C82C-448A-810F-9ABF8FFC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74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353A8-1813-4464-B4A0-4A85376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EB4F0-3FF6-4BE1-B10E-10E09D8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5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FD606-6BD3-41CB-8E9C-A1CAC7C5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1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06A15-9E2D-4840-A55D-D822A65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36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5A9DF-D8C6-4565-B5E7-8C284F9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4A3C7-6FA1-4D8B-850C-A7A3385D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68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ACFF4-83BC-4688-8AC3-AAAA2D5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33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70283-A09C-45B4-A6A9-1892DB25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9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2E0305-8164-4C0E-9F72-5F9D112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F2267-E0A5-4281-A660-543D6A1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30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8581CE-0715-4E41-A62C-B290312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6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0A18B-7724-46DD-B10A-8992F398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61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7BCDE9-3E9E-4FC6-B460-53D6D374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C7312-1A74-4E79-988F-055632A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93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155744-8236-42FD-B47A-84B4D47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58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CED9C7-562A-4E53-BF7E-4B6583B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24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49F4E-589D-4E0B-909A-1A0A0F4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6E068A-7C8E-4BBD-BC17-7084A44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5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91DE6C-C3B9-4713-8749-7F1DBA59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21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9F5050-0227-49D1-A574-9F170EEC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86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5C0276-1015-4ACB-AFC3-B7EC069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FC9D0-3C02-4534-B8B2-E70ECD0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18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14690E-1323-4FA0-94ED-992612F6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3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5238BB-C40B-4714-92DC-F3398DED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49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7BCEDA-1C28-4CCF-A340-416B1D19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7C1415-4777-492E-8D49-DCBFC660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80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2625DD-53F3-4EAE-80B9-0E83CD4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6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2F89AF-6C0B-45DB-8D53-8F5F425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11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1EF3F3-32E6-476B-A203-0E74C68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99F1B7-30D7-446C-85C6-E8A4474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43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D6DA9E-D470-4F14-A4A9-E80694EA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08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20BC64-ABFC-450E-A924-BEDD8ECD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74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A02CB7-CBFB-4CA4-9AD0-DCC6091D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4223F3-4572-4EF9-B6CB-D8FBA75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5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A80411-DE96-4BF0-82A8-B55A79B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F6011C-1C5E-4846-96AA-E12D9FC8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36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AE4415-C926-42D7-B611-7FFFB8F1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02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621F6A-1317-478A-AD52-0F3BD28C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8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E1757D-2801-47A7-8962-150DCDF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33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0725CF-F3D3-4D34-B451-5B4C749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99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577A3E-3BFF-4A3D-86B9-13F42FC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D496E0-EACF-4926-A222-471521A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30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E9F4EE-D555-44AB-A7F1-848C8DF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96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979778-CE52-4FB9-A9B9-F30E7D1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61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3D3052-4954-41D2-BB96-E9B89192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27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0F1076-56FE-41EF-85D6-36CA06B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93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C26286-6261-4989-85B4-BC1890D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DEB721-AA04-4895-9212-D2A8BFFF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24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EFBA4C-CF15-41F6-9247-5420225C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0BB8D3-1AFD-4458-8FA2-5E8FA913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55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D4BBFD-B934-48F0-ACC9-0C639C8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21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694563-8868-41F2-8EFC-E29E7119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86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8676CA-7296-447E-8899-F5FDBBA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4D73BB-8C59-40E3-A56B-4228FC2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18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46BB99-E353-4403-86CF-4CDDF75E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83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053AE85-320A-4043-957B-1730FFD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49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500A044-CA6C-45A6-A5CC-A6A8B006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15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DE11C5B-E246-45EE-9B54-D5B1FBA7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80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5DE8E8-78C9-4028-8B28-B490DF43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9E3B01-A7D5-4B7B-8F61-576632E5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11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0D1582-77B3-4AC9-80A8-028D640E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77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68190D-4649-480B-9F59-BA66C32F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43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AFA7F43-DF24-4F69-810C-A7C5B8B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08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41075F-816E-4497-AAD7-BB932AEA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74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35383A-FBC1-4325-AF65-403F047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B87971A-55D7-4B3E-A1FE-863E9DFF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05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C4A81A7-5542-4BEF-92EC-DAA58532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712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8D09830-4F3C-489E-89B4-A15592C8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36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329437-29B7-438F-85BF-BB8B1775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02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D52B55-DC6C-4FD1-8E53-82E60AA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68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0DB1057-EA20-433C-AC0D-1A499CA2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DC39BD-C8CF-4685-9338-5588D76C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99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4F040C-EFDF-4CD9-8DAD-EC5301AA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65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67A3074-7046-4DFD-A61F-81EA71CD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30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D78CD8-2F3A-455D-A2FD-1675933E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96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A18807-0593-428D-B77A-B78C6225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61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1AF16F-C943-410E-9CEC-B6FE9E68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000F208-B151-47CA-991F-B3D04EC1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93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CFB95B4-83C0-47A0-B4FF-3D25F271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587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4A4919F-10D6-426C-B418-9DC0E3E7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24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7861F47-CA58-4C60-B2AD-C5A31416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900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43BFD1-3339-4090-9CDC-226557B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556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AA3A111-27DA-48FA-BAFD-F952D38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213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4CE7165-77D9-410C-A93A-958E329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869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0642F90-B800-4FF7-9409-A4E242BF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525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0AED2B-4909-4666-AD40-8677926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181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0321A8-2AB2-4F1B-9243-AD651FBB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838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64CE5B-D1EA-47C8-A96C-F26A508D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494" y="219075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ED1A02-987A-4686-9406-A11E3941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B30C5A-0D83-4449-82E7-94C4046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80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C7AB9C7-BF01-4361-A601-253F19E6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46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395CBD-244A-40BC-B848-26ACAA16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11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9BA5BBF-846D-440A-A5DC-CCD60A6E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77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E40F622-29F8-47A5-9F12-688A003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43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B952F2-60F6-4B2F-BEFD-A1DCDD00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A52A45-24B3-435C-B9C3-5BBCDA4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74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773B76-2E73-40EB-BCE2-80D7EBF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67C2D6-1F95-498B-97F4-EF77EE3B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5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6CDF595-E050-46A9-8AF2-7699E722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1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E5D34C-5EA0-4282-A5B3-BDF0DCA6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36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6B5373-3B8E-49EC-9BB4-D7FFAEED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D32C068-41C4-482D-906B-C159D51D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68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5B258B1-AD24-4E75-BC6B-33F2021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33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166CF5-BE9F-4A57-8163-47E86152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9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656AC38-FDC0-4F66-8BEA-682AD981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F696E9D-273D-4F78-A6ED-59B19E2D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30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51C2E4-B21B-4581-864F-7059BAAC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6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2F9C3A4-0BEF-48B0-A8ED-4776630F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61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217A410-AB2D-4792-9039-81363ACA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1814CE-FBE3-41BC-9570-B38B495E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93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9794A2E-1543-4140-885F-4DAEA04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58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09364F9-B356-49F5-967E-6FAE679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24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C7BCFA9-8B8C-4455-AC33-6DA15083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5CB87C7-778E-482A-8819-F77B0FA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5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0A28F7D-7884-4845-8859-E107B742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21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E722585-3779-4849-8D5B-97834B74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86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FCDCD52-4E93-494C-9604-7E5E36B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695B289-25F6-4F6C-9867-3F5F5744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18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33603C6-B5B9-43E4-8DF0-FF5577E9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3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7EABFC5-6250-44D8-906C-FF14A33B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49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1E9A94E-8435-477B-8C8A-3D5A898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8C94BB2-7CDB-4433-8534-D7EAD1D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80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1B1F7B5-B090-4CA7-9C2A-64132CC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46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8E544EC-41C9-4C8F-92C4-5E18D810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11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204A696-261C-440E-8BD8-110C56B7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90B0FDB-C750-4AE8-8D1E-A3D08C84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43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DD536B4-F742-492F-95E0-92113DB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08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5FDFAA6-8F45-4FBE-9AA7-5555AFD5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74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C583002-3F0E-4182-9B8F-DC068387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0B1EC19-2160-4911-AA0B-137A0B22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5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7ACD882-A690-41C3-B726-A059D25E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F12AC49-8354-4982-AFC8-AC53105D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36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1941A2A-9FCC-46B9-93BE-CBA2D99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02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E6BF2C5-1098-4A5E-9F93-37D68A03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8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5DFA102-2C12-4DF8-A0C1-38DD0AD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33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524E7A6-F59E-47A5-B2DD-A9D6B379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99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8455432-9385-433D-A528-79D29FD8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0E83811-DF90-45E2-807D-045AC864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30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B35DC8C-A637-471C-B966-08C34609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96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1470A3F-2F5C-4181-BB84-3F3E2208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61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7469717-FD6D-4FED-986D-F72047A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27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14368AB-158D-404C-8EDE-F43383FA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93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BC0D3F6-AB90-4796-8B92-92D0DA8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255F7BD-E91C-4E57-B2F6-B79800F4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24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8456A74-24D6-455B-82AD-BF271B4B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5C13B5E-E631-4FE4-8DDF-FE8F943D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55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B39A3A6-0632-46DC-B78C-D463E65A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21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8DD6D66-9517-462B-9FDE-90D8E95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86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92B4B5C-8806-4391-A47E-F260B9B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96D6399-736A-420B-9089-FABA1463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18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83A75BA-2AA8-494A-B6A5-0061FB07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83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CCC272E-2A6D-4667-AA1B-67AE061A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49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F74E7CD-4E73-4F34-B20C-20C932C2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15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544F4B9-46C6-49E7-A639-BD99625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80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5EFF401-FF15-45C1-B195-5A268BFB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C3CA2A6-0596-4312-98E8-28339BC7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11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448C93A-9EAA-4D8A-A03F-D20BADE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77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4A48EA6-6886-482D-B6F8-50A985E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43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09DFD03-AD74-484C-A802-A5D948B4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08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D55DA76-A592-4BB1-94EF-0B220ABD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74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9274E08-FE64-49F1-9882-769534E4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06F2C84-B976-44D6-9EEC-F7F36AC0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05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3AC1E3C-D9D3-41A3-B6DF-4A45707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712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BE46BEF-D1AC-46F6-8023-871DD27A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36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4935C02-44C1-43F0-A44D-ED584577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02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2140C30-3B5C-436B-89E6-E4977E6A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68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E6B9AD2-6A85-4BFA-B5E6-DAFFEB1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1678283-9627-4DE3-98CF-2E54FA0D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99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95B4767-4599-42CA-B6C2-4B74BB0F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65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65A2C8D-A850-4698-BEB0-09848BA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30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013CCAA-DC36-44BF-B736-C0BFAE1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96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AF369AA-DDBC-4409-A32D-DEFFEBC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61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EA83325-CDEC-4974-BD67-5D749378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A9B2E20-1DA1-4589-9046-A80C747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93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EE988A7-7DAB-4926-9E26-E5A04E1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587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F067BFA-A003-4D1E-AEEB-8AB248DD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24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E16C8D3-3563-45D0-9B78-9A2DB57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900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78E6996-CBF4-4539-A833-19FC11A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556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E43240A-6F82-4FC7-804D-97E96EED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213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4F20FFD-6A3B-4A4F-8AB1-A1DCC2BA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869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EE4730A-18D0-41C6-806A-25A447C6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1525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EF00C92-6573-47CE-90E6-6CBF9A6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181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1CF898F-D78D-443E-B936-8C91ED4B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838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843FD1F-35B9-41F3-8574-FAA4BC1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494" y="2628900"/>
            <a:ext cx="51435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543BFC2-83AC-4314-A6E6-5A24CCE7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DADC2DD-E44D-4AF9-9BBE-30FB206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Healthy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DBDC574-30E7-409A-886A-831961A3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Faulty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1003A5B-3E1B-4B0B-B8A0-88C3EB2C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low prob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C582A13-B26F-4491-A8E9-DAA2C8B3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623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high prob</a:t>
            </a:r>
          </a:p>
        </p:txBody>
      </p:sp>
      <p:graphicFrame>
        <p:nvGraphicFramePr>
          <p:cNvPr id="432" name=""/>
          <p:cNvGraphicFramePr/>
          <p:nvPr/>
        </p:nvGraphicFramePr>
        <p:xfrm>
          <a:off xmlns:a="http://schemas.openxmlformats.org/drawingml/2006/main" x="7105650" y="3524250"/>
          <a:ext xmlns:a="http://schemas.openxmlformats.org/drawingml/2006/main" cx="3543300" cy="723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200150"/>
                <a:gridCol w="1200150"/>
              </a:tblGrid>
              <a:tr h="24130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Healthy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Faulty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Raw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7126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2090</a:t>
                      </a:r>
                    </a:p>
                  </a:txBody>
                  <a:tcPr marL="91440" marR="91440" marT="45720" marB="45720"/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Test windows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1046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320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602942C-E256-40D1-ABA5-5EE928B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9849EE5-ABB4-4BB8-9AB3-5C44F98F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7E5C3E5-8878-41FF-A675-F44663CC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FOT 标注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77522A6-FA13-4E70-9544-1F64BD7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用前期水平 RMS 估计健康统计区间，超过 3σ 后持续异常的位置作为首次故障时间。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B4A7AD0-58FA-498A-9E95-49CD42AA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77E3F47-B8E4-44DC-A848-6B0122D3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DFE7427-EE8A-411E-9618-7AF6470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48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模型输出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A41DAF6-EFBD-4049-979B-B9AFABC2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149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ResCNN 编码局部时序模式，LSTM 汇聚窗口历史，最终输出 Healthy/Faulty logits。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5B6B450-1C90-4AA3-9926-AF3070F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304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656D86F-5994-4EAC-853F-F404785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7EE6823-8DA8-4F29-952A-80D869CE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可视化价值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EB8BD6B-394D-4F9B-9A1B-C3522890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149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概率热力图和混淆矩阵能帮助检查类别边界、误报漏报和退化切换点。</a:t>
            </a:r>
          </a:p>
        </p:txBody>
      </p:sp>
    </p:spTree>
    <p:extLst>
      <p:ext uri="{BB962C8B-B14F-4D97-AF65-F5344CB8AC3E}">
        <p14:creationId xmlns:p14="http://schemas.microsoft.com/office/powerpoint/2010/main" val="10971448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B5794F-985A-4015-B676-4D58C44E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5401C-A79E-492A-938F-FF64A4FE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A0EB8-6BD4-4D0B-AE2B-7861FB8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可复现资产：环境、缓存、checkpoint 与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F9319-5399-4965-A6DE-7AAF4548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Source: pyproject.toml, cache directories,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7C686-B91E-4D3E-BA02-C10D5CB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04850" y="1219200"/>
          <a:ext xmlns:a="http://schemas.openxmlformats.org/drawingml/2006/main" cx="10782300" cy="2724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4648200"/>
                <a:gridCol w="4705350"/>
              </a:tblGrid>
              <a:tr h="389164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资产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路径 / 配置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38916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环境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Python 3.11 + uv + torch &gt;=2.10,&lt;2.11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统一依赖与 macOS/MPS 运行环境</a:t>
                      </a:r>
                    </a:p>
                  </a:txBody>
                  <a:tcPr marL="91440" marR="91440" marT="45720" marB="45720"/>
                </a:tc>
              </a:tr>
              <a:tr h="38916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源码包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src/USTC/SSE/BearingPrediction -&gt; phm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稳定导入路径，examples 直接 from phm...</a:t>
                      </a:r>
                    </a:p>
                  </a:txBody>
                  <a:tcPr marL="91440" marR="91440" marT="45720" marB="45720"/>
                </a:tc>
              </a:tr>
              <a:tr h="38916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RUL notebook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examples/3-papers/PHM2012_RUL_CBAM_CNN_LSTM.ipynb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RUL 主线复现、特征热力图、指标表</a:t>
                      </a:r>
                    </a:p>
                  </a:txBody>
                  <a:tcPr marL="91440" marR="91440" marT="45720" marB="45720"/>
                </a:tc>
              </a:tr>
              <a:tr h="38916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Fault notebook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examples/3-papers/XJTU_Fault_CNN_LSTM.ipynb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故障主线复现、混淆矩阵、概率热力图</a:t>
                      </a:r>
                    </a:p>
                  </a:txBody>
                  <a:tcPr marL="91440" marR="91440" marT="45720" marB="45720"/>
                </a:tc>
              </a:tr>
              <a:tr h="38916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缓存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cache/paper_features/*.npz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避免重复读取上万 CSV</a:t>
                      </a:r>
                    </a:p>
                  </a:txBody>
                  <a:tcPr marL="91440" marR="91440" marT="45720" marB="45720"/>
                </a:tc>
              </a:tr>
              <a:tr h="389164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cache/paper_checkpoints/*.pt + standardizer/config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0F172A"/>
                          </a:solidFill>
                        </a:rPr>
                        <a:t>保存训练权重、标准化器和配置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4724D-C864-4821-872A-105959F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4457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C8242-CD29-4783-9A63-9194B6EC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验证命令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8F46D-0D43-4EE9-AD45-E247D010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uv run python -m unittest discover -v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uv run python -m compileall -q src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33658-0B55-4651-88FD-2B62B55C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4457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FA0AF-5C79-4BB6-A736-EE33A9E4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Notebook 复现实验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B82AD-BBEB-4B4F-8274-438436AE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examples/3-papers/PHM2012_RUL_CBAM_CNN_LSTM.ipynb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0F17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F172A"/>
                </a:solidFill>
                <a:latin typeface="Menlo"/>
                <a:ea typeface="Menlo"/>
                <a:cs typeface="Menlo"/>
              </a:rPr>
              <a:t>examples/3-papers/XJTU_Fault_CNN_LSTM.ipynb</a:t>
            </a:r>
          </a:p>
        </p:txBody>
      </p:sp>
    </p:spTree>
    <p:extLst>
      <p:ext uri="{BB962C8B-B14F-4D97-AF65-F5344CB8AC3E}">
        <p14:creationId xmlns:p14="http://schemas.microsoft.com/office/powerpoint/2010/main" val="16345759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8858A-F55B-4502-B5B3-9FA1B1E9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0AE1-4ABA-4446-9701-E068A20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51CA7-A1F3-425E-BBB0-53037E8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总结：系统已经能支撑轴承论文主线复现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C6DEF-F25F-46AB-8E68-51244B06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Sources: implemented notebooks and generated deck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07250-F2BB-42A0-A07B-3AA02764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0492E-143C-492D-8097-16767217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3181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47B64-2C37-4008-B7CC-FE1FEDA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31742-FB88-4C2B-B08A-E0FEBD4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31E98-25AB-4586-BD00-DEC7993E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仓库从通用 PHM 清洗为轴承方向；数据路径、包名、uv 环境、torch 版本、notebook 示例、两篇论文主线复现和展示产物基本闭环。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33B5A-F499-41B9-9B3A-6A755B8D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95400"/>
            <a:ext cx="3181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35757-060C-4A84-A47C-2ECC3C2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95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E5F8F-540D-4EF4-8CCB-24F175DC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4668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实验结论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ADE7D-B8EB-46EF-9165-17589AA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28800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主线完成全量运行，整体 MSE 0.097；Fault 主线测试 Accuracy 99.63%，混淆矩阵错误 5 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F6A72-4D05-4FCF-8142-CC226DA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95400"/>
            <a:ext cx="3181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CCA6B-5713-4D61-B656-FF17380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95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181F7-1C8C-46F4-A5AD-F0CB26B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待改进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82618-41F7-43A0-BC01-AAFC83FB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28800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与论文表格仍有差距，后续应增加超参搜索、消融、跨工况验证与结果稳定性报告。Fault 可扩展到故障类型多分类/多标签。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7058B-88ED-4541-87C2-66899A1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答辩时建议讲法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DAFB8-A61B-4AD6-86C9-8FE83F8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D46DB-BA4C-4794-B246-3BFA521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8E0EC-49C7-4CE6-BBD8-5E57C64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先讲系统价值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3E15F-3B13-47CE-9BA3-A5B54C0F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统一轴承 PHM 数据、特征、训练、评估的工程闭环。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D21FE-1351-42EA-8867-C6039E8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9DB36-30BB-4737-828A-D401894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52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247B6-3762-4071-A51A-7E6C051D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48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再讲架构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6B877-100B-4AB2-B343-E87CD006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用 UML 说明 phm API 下的数据层、模型层和训练评估层。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07795-1DAE-4BBC-8549-CEBA1CD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0902F-14A1-4FEA-A864-1666A5D0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816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AA211-F8FC-4E2B-8908-AE014CF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76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最后讲复现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1B2B4-B245-4203-ADF6-24C1482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RUL 讲 MSE 与预测曲线；Fault 讲 Accuracy/F1 与混淆矩阵。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30B4E-8FDE-42C8-A6DC-E5519F0C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核心信息：这是一个可继续扩展的轴承 PHM 论文复现实验底座，不只是两个脚本。</a:t>
            </a:r>
          </a:p>
        </p:txBody>
      </p:sp>
    </p:spTree>
    <p:extLst>
      <p:ext uri="{BB962C8B-B14F-4D97-AF65-F5344CB8AC3E}">
        <p14:creationId xmlns:p14="http://schemas.microsoft.com/office/powerpoint/2010/main" val="1824427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2026-06-17T17:46:39.2450000Z</dcterms:created>
  <dcterms:modified xsi:type="dcterms:W3CDTF">2026-06-17T17:46:39.2450000Z</dcterms:modified>
</coreProperties>
</file>
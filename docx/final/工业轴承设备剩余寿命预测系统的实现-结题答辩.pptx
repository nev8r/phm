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工业轴承设备剩余寿命预测系统的实现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答辩主线：需求、数据、架构、特征、训练、边界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补充实验路线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全量测试通过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项目定位为面向预测性维护的轴承剩余寿命预测系统。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汇报顺序按老师认知组织：需求分析 -&gt; 数据集介绍 -&gt; 项目架构 -&gt; 特征分析 -&gt; 训练展示 -&gt; 不足边界。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新增证据包括 tsfresh/sktime baseline、RULSurv RSF port、strict repeated seed 和 external SOTA probe。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答辩重点：讲清完成证据，也讲清 external SOTA 未重跑、tsfresh 弱相关、RULSurv 0.25 保守解码边界。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任务定义：预测剩余寿命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两个数据集都记录轴承从正常运行到失效前的采样过程，适合构造 RUL 标签和健康趋势。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项目名称按开题报告统一为“工业轴承设备剩余寿命预测系统的实现”，核心任务是 RUL 预测。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阶段划分和失效概率分析作为辅助能力，结题主线是剩余寿命预测和预测性维护。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峭度、脉冲因子对冲击性退化或失效更敏感，适合捕捉早期异常波动。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tsfresh 已完成 Minimal/Efficient train-only 筛选、held-out baseline 和 manual+tsfresh 融合验证；RF NRMSE 仍弱于 Rocket，定位为自动特征分析旁证。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系统处理的是按时间采集的退化轨迹，先统一采样周期、工况、通道和 RUL 单位，再进入训练接口。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0.1465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0.2222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选择依据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head，并追加快照时间索引特征。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14216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代表结果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condition 1 NRMSE 0.0646，R2 0.9506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PHM2012 condition 3 NRMSE 0.1076，R2 0.8640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489704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902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5902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PHM2012 condition 2 NRMSE 0.3742，R2 -0.6439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5902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Score 尺度仍有明显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指标驱动补充实验：结果和边界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332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tsfresh Minimal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332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selected RF mean NRMSE 0.315629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332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top correlation 0.200994，相关性整体偏弱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27048"/>
            <a:ext cx="10789920" cy="55778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276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tsfresh Efficient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276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selected RF mean NRMSE 0.318682；manual+selected 0.319927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276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top correlation 0.424468，但不是核心突破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12140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22199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sktime RocketRegressor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22199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held-out Bearing1_3 mean NRMSE 0.263706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22199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当前优于 tsfresh RF，是补充 baseline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715768"/>
            <a:ext cx="10789920" cy="55778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8163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row-level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163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25% censored CV mean true MAE 6.926416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8163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PROTOCOL_PASS，但不是 held-out 泛化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31012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4107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held-out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4107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Bearing1_3 mean true MAE 14.307856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4107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MIGRATION_PASS，survival_probability=0.25 保守解码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904487"/>
            <a:ext cx="10789920" cy="55778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0050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外部 SOTA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40050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AutoRUL / GNN / Weibull 完成 source pin 与依赖 probe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0050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尚未在本地跑出指标，不能说已复现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983480"/>
            <a:ext cx="10515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983480"/>
            <a:ext cx="91440" cy="6583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510235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答辩底线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422392"/>
            <a:ext cx="10186416" cy="1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PingFang SC"/>
              </a:rPr>
              <a:t>外部 SOTA 未重跑；tsfresh 相关性整体偏弱；RULSurv held-out pass 是 0.25 survival probability 的项目迁移策略。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96 快照抽样复现的主要价值是工程闭环、指标口径和 gap 表可复查，不把结果包装成作者全量训练。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Issue/SOTA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正式训练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新增 final materials alignment 测试，防止 PPT、web PPT 和讲稿回退到旧口径。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任务边界？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2704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276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外部 SOTA？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276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AutoRUL/GNN/Weibull 只有 source pin 和依赖 probe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276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尚未在本地跑出指标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9397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tsfresh 强吗？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9456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Minimal/Efficient 与 manual+tsfresh 已跑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945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RF 仍弱于 Rocket，不是核心突破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660904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7614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泛化？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7614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row-level 与 held-out 分开解释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7614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held-out 是 survival_probability=0.25 保守解码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227832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284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3284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96 快照抽样、作者源码不可得、协议差异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3284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验证流程，不冒充作者全量训练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8953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8953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8953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361688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4622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4622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4622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外部 SOTA 未重跑；tsfresh 已做 Minimal/Efficient 与 manual+tsfresh，但不是核心突破；RULSurv held-out 是 survival_probability=0.25 的保守解码迁移结果。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